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1" r:id="rId1"/>
  </p:sldMasterIdLst>
  <p:notesMasterIdLst>
    <p:notesMasterId r:id="rId20"/>
  </p:notesMasterIdLst>
  <p:handoutMasterIdLst>
    <p:handoutMasterId r:id="rId21"/>
  </p:handoutMasterIdLst>
  <p:sldIdLst>
    <p:sldId id="470" r:id="rId2"/>
    <p:sldId id="258" r:id="rId3"/>
    <p:sldId id="486" r:id="rId4"/>
    <p:sldId id="487" r:id="rId5"/>
    <p:sldId id="488" r:id="rId6"/>
    <p:sldId id="489" r:id="rId7"/>
    <p:sldId id="490" r:id="rId8"/>
    <p:sldId id="491" r:id="rId9"/>
    <p:sldId id="492" r:id="rId10"/>
    <p:sldId id="493" r:id="rId11"/>
    <p:sldId id="481" r:id="rId12"/>
    <p:sldId id="482" r:id="rId13"/>
    <p:sldId id="483" r:id="rId14"/>
    <p:sldId id="494" r:id="rId15"/>
    <p:sldId id="495" r:id="rId16"/>
    <p:sldId id="496" r:id="rId17"/>
    <p:sldId id="484" r:id="rId18"/>
    <p:sldId id="485" r:id="rId19"/>
  </p:sldIdLst>
  <p:sldSz cx="9144000" cy="5143500" type="screen16x9"/>
  <p:notesSz cx="6797675" cy="9926638"/>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A50021"/>
    <a:srgbClr val="66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87621" autoAdjust="0"/>
  </p:normalViewPr>
  <p:slideViewPr>
    <p:cSldViewPr>
      <p:cViewPr varScale="1">
        <p:scale>
          <a:sx n="111" d="100"/>
          <a:sy n="111" d="100"/>
        </p:scale>
        <p:origin x="595" y="77"/>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sz="quarter"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pPr>
              <a:defRPr/>
            </a:pPr>
            <a:fld id="{14FDCBBC-8C6D-4B91-8E0F-7F7539A60517}" type="datetimeFigureOut">
              <a:rPr lang="en-US"/>
              <a:pPr>
                <a:defRPr/>
              </a:pPr>
              <a:t>6/4/2025</a:t>
            </a:fld>
            <a:endParaRPr lang="en-US" dirty="0"/>
          </a:p>
        </p:txBody>
      </p:sp>
      <p:sp>
        <p:nvSpPr>
          <p:cNvPr id="4" name="Footer Placeholder 3"/>
          <p:cNvSpPr>
            <a:spLocks noGrp="1"/>
          </p:cNvSpPr>
          <p:nvPr>
            <p:ph type="ftr" sz="quarter" idx="2"/>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2952E2ED-3A02-491C-A9B8-DFEE216EB3A7}" type="slidenum">
              <a:rPr lang="en-US" altLang="en-US"/>
              <a:pPr>
                <a:defRPr/>
              </a:pPr>
              <a:t>‹#›</a:t>
            </a:fld>
            <a:endParaRPr lang="en-US" altLang="en-US"/>
          </a:p>
        </p:txBody>
      </p:sp>
    </p:spTree>
    <p:extLst>
      <p:ext uri="{BB962C8B-B14F-4D97-AF65-F5344CB8AC3E}">
        <p14:creationId xmlns:p14="http://schemas.microsoft.com/office/powerpoint/2010/main" val="18970421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extLst/>
          </a:lstStyle>
          <a:p>
            <a:pPr>
              <a:defRPr/>
            </a:pPr>
            <a:fld id="{061F6FC2-9645-479A-A309-27B8F5654211}" type="datetimeFigureOut">
              <a:rPr lang="en-US"/>
              <a:pPr>
                <a:defRPr/>
              </a:pPr>
              <a:t>6/4/2025</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F2D8CC3F-ADB2-4AF7-880C-111F7E6C7FE6}" type="slidenum">
              <a:rPr lang="en-US" altLang="en-US"/>
              <a:pPr>
                <a:defRPr/>
              </a:pPr>
              <a:t>‹#›</a:t>
            </a:fld>
            <a:endParaRPr lang="en-US" altLang="en-US"/>
          </a:p>
        </p:txBody>
      </p:sp>
    </p:spTree>
    <p:extLst>
      <p:ext uri="{BB962C8B-B14F-4D97-AF65-F5344CB8AC3E}">
        <p14:creationId xmlns:p14="http://schemas.microsoft.com/office/powerpoint/2010/main" val="273026457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1</a:t>
            </a:fld>
            <a:endParaRPr lang="en-US" altLang="en-US"/>
          </a:p>
        </p:txBody>
      </p:sp>
    </p:spTree>
    <p:extLst>
      <p:ext uri="{BB962C8B-B14F-4D97-AF65-F5344CB8AC3E}">
        <p14:creationId xmlns:p14="http://schemas.microsoft.com/office/powerpoint/2010/main" val="201148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Rot="1" noChangeAspect="1" noTextEdit="1"/>
          </p:cNvSpPr>
          <p:nvPr>
            <p:ph type="sldImg"/>
          </p:nvPr>
        </p:nvSpPr>
        <p:spPr bwMode="auto">
          <a:noFill/>
          <a:ln>
            <a:solidFill>
              <a:srgbClr val="000000"/>
            </a:solidFill>
            <a:miter lim="800000"/>
            <a:headEnd/>
            <a:tailEnd/>
          </a:ln>
        </p:spPr>
      </p:sp>
      <p:sp>
        <p:nvSpPr>
          <p:cNvPr id="25603" name="Rectangle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5604" name="Rectangle 3"/>
          <p:cNvSpPr>
            <a:spLocks noGrp="1" noChangeArrowheads="1"/>
          </p:cNvSpPr>
          <p:nvPr>
            <p:ph type="sldNum" sz="quarter" idx="5"/>
          </p:nvPr>
        </p:nvSpPr>
        <p:spPr bwMode="auto">
          <a:noFill/>
          <a:ln>
            <a:miter lim="800000"/>
            <a:headEnd/>
            <a:tailEnd/>
          </a:ln>
        </p:spPr>
        <p:txBody>
          <a:bodyPr/>
          <a:lstStyle/>
          <a:p>
            <a:fld id="{27CB6598-6B20-4959-AEAD-7269146248E2}" type="slidenum">
              <a:rPr lang="en-US" altLang="en-US"/>
              <a:pPr/>
              <a:t>2</a:t>
            </a:fld>
            <a:endParaRPr lang="en-US" altLang="en-US"/>
          </a:p>
        </p:txBody>
      </p:sp>
    </p:spTree>
    <p:extLst>
      <p:ext uri="{BB962C8B-B14F-4D97-AF65-F5344CB8AC3E}">
        <p14:creationId xmlns:p14="http://schemas.microsoft.com/office/powerpoint/2010/main" val="2303183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Rot="1" noChangeAspect="1" noTextEdit="1"/>
          </p:cNvSpPr>
          <p:nvPr>
            <p:ph type="sldImg"/>
          </p:nvPr>
        </p:nvSpPr>
        <p:spPr bwMode="auto">
          <a:noFill/>
          <a:ln>
            <a:solidFill>
              <a:srgbClr val="000000"/>
            </a:solidFill>
            <a:miter lim="800000"/>
            <a:headEnd/>
            <a:tailEnd/>
          </a:ln>
        </p:spPr>
      </p:sp>
      <p:sp>
        <p:nvSpPr>
          <p:cNvPr id="25603" name="Rectangle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5604" name="Rectangle 3"/>
          <p:cNvSpPr>
            <a:spLocks noGrp="1" noChangeArrowheads="1"/>
          </p:cNvSpPr>
          <p:nvPr>
            <p:ph type="sldNum" sz="quarter" idx="5"/>
          </p:nvPr>
        </p:nvSpPr>
        <p:spPr bwMode="auto">
          <a:noFill/>
          <a:ln>
            <a:miter lim="800000"/>
            <a:headEnd/>
            <a:tailEnd/>
          </a:ln>
        </p:spPr>
        <p:txBody>
          <a:bodyPr/>
          <a:lstStyle/>
          <a:p>
            <a:fld id="{27CB6598-6B20-4959-AEAD-7269146248E2}" type="slidenum">
              <a:rPr lang="en-US" altLang="en-US"/>
              <a:pPr/>
              <a:t>3</a:t>
            </a:fld>
            <a:endParaRPr lang="en-US" altLang="en-US"/>
          </a:p>
        </p:txBody>
      </p:sp>
    </p:spTree>
    <p:extLst>
      <p:ext uri="{BB962C8B-B14F-4D97-AF65-F5344CB8AC3E}">
        <p14:creationId xmlns:p14="http://schemas.microsoft.com/office/powerpoint/2010/main" val="3498916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4</a:t>
            </a:fld>
            <a:endParaRPr lang="en-US" altLang="en-US"/>
          </a:p>
        </p:txBody>
      </p:sp>
    </p:spTree>
    <p:extLst>
      <p:ext uri="{BB962C8B-B14F-4D97-AF65-F5344CB8AC3E}">
        <p14:creationId xmlns:p14="http://schemas.microsoft.com/office/powerpoint/2010/main" val="4056985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F2D8CC3F-ADB2-4AF7-880C-111F7E6C7FE6}" type="slidenum">
              <a:rPr lang="en-US" altLang="en-US" smtClean="0"/>
              <a:pPr>
                <a:defRPr/>
              </a:pPr>
              <a:t>5</a:t>
            </a:fld>
            <a:endParaRPr lang="en-US" altLang="en-US"/>
          </a:p>
        </p:txBody>
      </p:sp>
    </p:spTree>
    <p:extLst>
      <p:ext uri="{BB962C8B-B14F-4D97-AF65-F5344CB8AC3E}">
        <p14:creationId xmlns:p14="http://schemas.microsoft.com/office/powerpoint/2010/main" val="2191245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2D8CC3F-ADB2-4AF7-880C-111F7E6C7FE6}" type="slidenum">
              <a:rPr lang="en-US" altLang="en-US" smtClean="0"/>
              <a:pPr>
                <a:defRPr/>
              </a:pPr>
              <a:t>6</a:t>
            </a:fld>
            <a:endParaRPr lang="en-US" altLang="en-US"/>
          </a:p>
        </p:txBody>
      </p:sp>
    </p:spTree>
    <p:extLst>
      <p:ext uri="{BB962C8B-B14F-4D97-AF65-F5344CB8AC3E}">
        <p14:creationId xmlns:p14="http://schemas.microsoft.com/office/powerpoint/2010/main" val="3083822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8</a:t>
            </a:fld>
            <a:endParaRPr lang="en-US" altLang="en-US"/>
          </a:p>
        </p:txBody>
      </p:sp>
    </p:spTree>
    <p:extLst>
      <p:ext uri="{BB962C8B-B14F-4D97-AF65-F5344CB8AC3E}">
        <p14:creationId xmlns:p14="http://schemas.microsoft.com/office/powerpoint/2010/main" val="17103032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9</a:t>
            </a:fld>
            <a:endParaRPr lang="en-US" altLang="en-US"/>
          </a:p>
        </p:txBody>
      </p:sp>
    </p:spTree>
    <p:extLst>
      <p:ext uri="{BB962C8B-B14F-4D97-AF65-F5344CB8AC3E}">
        <p14:creationId xmlns:p14="http://schemas.microsoft.com/office/powerpoint/2010/main" val="1482837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11</a:t>
            </a:fld>
            <a:endParaRPr lang="en-US" altLang="en-US"/>
          </a:p>
        </p:txBody>
      </p:sp>
    </p:spTree>
    <p:extLst>
      <p:ext uri="{BB962C8B-B14F-4D97-AF65-F5344CB8AC3E}">
        <p14:creationId xmlns:p14="http://schemas.microsoft.com/office/powerpoint/2010/main" val="5983390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13</a:t>
            </a:fld>
            <a:endParaRPr lang="en-US" altLang="en-US"/>
          </a:p>
        </p:txBody>
      </p:sp>
    </p:spTree>
    <p:extLst>
      <p:ext uri="{BB962C8B-B14F-4D97-AF65-F5344CB8AC3E}">
        <p14:creationId xmlns:p14="http://schemas.microsoft.com/office/powerpoint/2010/main" val="23476987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14</a:t>
            </a:fld>
            <a:endParaRPr lang="en-US" altLang="en-US"/>
          </a:p>
        </p:txBody>
      </p:sp>
    </p:spTree>
    <p:extLst>
      <p:ext uri="{BB962C8B-B14F-4D97-AF65-F5344CB8AC3E}">
        <p14:creationId xmlns:p14="http://schemas.microsoft.com/office/powerpoint/2010/main" val="1617461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F2D8CC3F-ADB2-4AF7-880C-111F7E6C7FE6}" type="slidenum">
              <a:rPr lang="en-US" altLang="en-US" smtClean="0"/>
              <a:pPr>
                <a:defRPr/>
              </a:pPr>
              <a:t>16</a:t>
            </a:fld>
            <a:endParaRPr lang="en-US" altLang="en-US"/>
          </a:p>
        </p:txBody>
      </p:sp>
    </p:spTree>
    <p:extLst>
      <p:ext uri="{BB962C8B-B14F-4D97-AF65-F5344CB8AC3E}">
        <p14:creationId xmlns:p14="http://schemas.microsoft.com/office/powerpoint/2010/main" val="18628649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ltGray">
          <a:xfrm>
            <a:off x="0" y="0"/>
            <a:ext cx="9144000" cy="3851275"/>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invGray">
          <a:xfrm>
            <a:off x="0" y="3846513"/>
            <a:ext cx="9144000" cy="33337"/>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ctrTitle"/>
          </p:nvPr>
        </p:nvSpPr>
        <p:spPr>
          <a:xfrm>
            <a:off x="685800" y="2516886"/>
            <a:ext cx="8077200" cy="1255014"/>
          </a:xfrm>
        </p:spPr>
        <p:txBody>
          <a:bodyPr tIns="0" bIns="0" anchor="t"/>
          <a:lstStyle>
            <a:lvl1pPr algn="l">
              <a:defRPr sz="4700" b="1"/>
            </a:lvl1pPr>
            <a:extLst/>
          </a:lstStyle>
          <a:p>
            <a:r>
              <a:rPr lang="en-US"/>
              <a:t>Click to edit Master title style</a:t>
            </a:r>
          </a:p>
        </p:txBody>
      </p:sp>
      <p:sp>
        <p:nvSpPr>
          <p:cNvPr id="3" name="Subtitle 2"/>
          <p:cNvSpPr>
            <a:spLocks noGrp="1"/>
          </p:cNvSpPr>
          <p:nvPr>
            <p:ph type="subTitle" idx="1"/>
          </p:nvPr>
        </p:nvSpPr>
        <p:spPr>
          <a:xfrm>
            <a:off x="685800" y="1371600"/>
            <a:ext cx="8077200" cy="1124712"/>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lang="en-US"/>
              <a:t>Click to edit Master subtitle style</a:t>
            </a:r>
          </a:p>
        </p:txBody>
      </p:sp>
      <p:sp>
        <p:nvSpPr>
          <p:cNvPr id="6" name="Date Placeholder 3"/>
          <p:cNvSpPr>
            <a:spLocks noGrp="1"/>
          </p:cNvSpPr>
          <p:nvPr>
            <p:ph type="dt" sz="half" idx="10"/>
          </p:nvPr>
        </p:nvSpPr>
        <p:spPr/>
        <p:txBody>
          <a:bodyPr/>
          <a:lstStyle>
            <a:lvl1pPr>
              <a:defRPr/>
            </a:lvl1pPr>
          </a:lstStyle>
          <a:p>
            <a:pPr>
              <a:defRPr/>
            </a:pPr>
            <a:fld id="{A0098F1B-732B-4B15-AFB8-71C8E10A67EF}" type="datetime3">
              <a:rPr lang="en-US" smtClean="0"/>
              <a:pPr>
                <a:defRPr/>
              </a:pPr>
              <a:t>4 June 2025</a:t>
            </a:fld>
            <a:endParaRPr lang="en-US" dirty="0"/>
          </a:p>
        </p:txBody>
      </p:sp>
      <p:sp>
        <p:nvSpPr>
          <p:cNvPr id="7"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8" name="Slide Number Placeholder 5"/>
          <p:cNvSpPr>
            <a:spLocks noGrp="1"/>
          </p:cNvSpPr>
          <p:nvPr>
            <p:ph type="sldNum" sz="quarter" idx="12"/>
          </p:nvPr>
        </p:nvSpPr>
        <p:spPr/>
        <p:txBody>
          <a:bodyPr/>
          <a:lstStyle>
            <a:lvl1pPr>
              <a:defRPr smtClean="0">
                <a:solidFill>
                  <a:srgbClr val="FFFFFF"/>
                </a:solidFill>
              </a:defRPr>
            </a:lvl1pPr>
          </a:lstStyle>
          <a:p>
            <a:pPr>
              <a:defRPr/>
            </a:pPr>
            <a:fld id="{C0A8E10E-36D1-42AB-939C-34BEB33CD9E4}" type="slidenum">
              <a:rPr lang="en-US" altLang="en-US"/>
              <a:pPr>
                <a:defRPr/>
              </a:pPr>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6586"/>
            <a:ext cx="8229600" cy="939546"/>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6006545-E01F-4999-8435-D98DCEF39518}" type="datetime3">
              <a:rPr lang="en-US" smtClean="0"/>
              <a:pPr>
                <a:defRPr/>
              </a:pPr>
              <a:t>4 June 2025</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E14ABD8-B1EB-4C07-9937-C8C4E38BDF00}"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ltGray">
          <a:xfrm>
            <a:off x="0" y="0"/>
            <a:ext cx="9144000" cy="1952625"/>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invGray">
          <a:xfrm>
            <a:off x="0" y="1952625"/>
            <a:ext cx="9144000" cy="33338"/>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49808" y="89154"/>
            <a:ext cx="8013192" cy="1227582"/>
          </a:xfrm>
        </p:spPr>
        <p:txBody>
          <a:bodyPr tIns="0" rIns="91440" bIns="0" anchor="b"/>
          <a:lstStyle>
            <a:lvl1pPr algn="l">
              <a:defRPr sz="4700" b="1" cap="none" baseline="0"/>
            </a:lvl1pPr>
            <a:extLst/>
          </a:lstStyle>
          <a:p>
            <a:r>
              <a:rPr lang="en-US"/>
              <a:t>Click to edit Master title style</a:t>
            </a:r>
          </a:p>
        </p:txBody>
      </p:sp>
      <p:sp>
        <p:nvSpPr>
          <p:cNvPr id="3" name="Text Placeholder 2"/>
          <p:cNvSpPr>
            <a:spLocks noGrp="1"/>
          </p:cNvSpPr>
          <p:nvPr>
            <p:ph type="body" idx="1"/>
          </p:nvPr>
        </p:nvSpPr>
        <p:spPr>
          <a:xfrm>
            <a:off x="740664" y="1371600"/>
            <a:ext cx="8022336" cy="514350"/>
          </a:xfrm>
        </p:spPr>
        <p:txBody>
          <a:bodyPr lIns="146304" tIns="0" rIns="45720" bIns="0"/>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E6564B89-5B64-4722-B4EE-2C1A1CA3E7C2}" type="datetime3">
              <a:rPr lang="en-US" smtClean="0"/>
              <a:pPr>
                <a:defRPr/>
              </a:pPr>
              <a:t>4 June 2025</a:t>
            </a:fld>
            <a:endParaRPr lang="en-US" dirty="0"/>
          </a:p>
        </p:txBody>
      </p:sp>
      <p:sp>
        <p:nvSpPr>
          <p:cNvPr id="7"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8" name="Slide Number Placeholder 5"/>
          <p:cNvSpPr>
            <a:spLocks noGrp="1"/>
          </p:cNvSpPr>
          <p:nvPr>
            <p:ph type="sldNum" sz="quarter" idx="12"/>
          </p:nvPr>
        </p:nvSpPr>
        <p:spPr/>
        <p:txBody>
          <a:bodyPr/>
          <a:lstStyle>
            <a:lvl1pPr>
              <a:defRPr smtClean="0">
                <a:solidFill>
                  <a:srgbClr val="FFFFFF"/>
                </a:solidFill>
              </a:defRPr>
            </a:lvl1pPr>
          </a:lstStyle>
          <a:p>
            <a:pPr>
              <a:defRPr/>
            </a:pPr>
            <a:fld id="{BEE0AD74-942B-45F6-8EEE-203197083F56}" type="slidenum">
              <a:rPr lang="en-US" altLang="en-US"/>
              <a:pPr>
                <a:defRPr/>
              </a:pPr>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0452"/>
            <a:ext cx="4038600" cy="346786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0452"/>
            <a:ext cx="4038600" cy="3467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84AB397-A81A-4931-B8F2-9CA8F945AB0F}" type="datetime3">
              <a:rPr lang="en-US" smtClean="0"/>
              <a:pPr>
                <a:defRPr/>
              </a:pPr>
              <a:t>4 June 2025</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DB554FDC-F986-4516-81A3-5CBC9634E9C1}"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1274241"/>
            <a:ext cx="4040188" cy="536516"/>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a:r>
              <a:rPr lang="en-US"/>
              <a:t>Click to edit Master text styles</a:t>
            </a:r>
          </a:p>
        </p:txBody>
      </p:sp>
      <p:sp>
        <p:nvSpPr>
          <p:cNvPr id="4" name="Content Placeholder 3"/>
          <p:cNvSpPr>
            <a:spLocks noGrp="1"/>
          </p:cNvSpPr>
          <p:nvPr>
            <p:ph sz="half" idx="2"/>
          </p:nvPr>
        </p:nvSpPr>
        <p:spPr>
          <a:xfrm>
            <a:off x="457200" y="1837134"/>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274241"/>
            <a:ext cx="4041775" cy="536516"/>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a:r>
              <a:rPr lang="en-US"/>
              <a:t>Click to edit Master text styles</a:t>
            </a:r>
          </a:p>
        </p:txBody>
      </p:sp>
      <p:sp>
        <p:nvSpPr>
          <p:cNvPr id="6" name="Content Placeholder 5"/>
          <p:cNvSpPr>
            <a:spLocks noGrp="1"/>
          </p:cNvSpPr>
          <p:nvPr>
            <p:ph sz="quarter" idx="4"/>
          </p:nvPr>
        </p:nvSpPr>
        <p:spPr>
          <a:xfrm>
            <a:off x="4645026" y="1837134"/>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5C0F3814-7D68-41F9-8E1F-730F476A46FC}" type="datetime3">
              <a:rPr lang="en-US" smtClean="0"/>
              <a:pPr>
                <a:defRPr/>
              </a:pPr>
              <a:t>4 June 2025</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02A63921-D0A8-45BD-ADF0-24CC5F135FEC}"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0FE02CD6-32A7-40FD-A976-CDC217CE51EF}" type="datetime3">
              <a:rPr lang="en-US" smtClean="0"/>
              <a:pPr>
                <a:defRPr/>
              </a:pPr>
              <a:t>4 June 2025</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4CE540F1-D866-4735-9E65-A1952EADD02D}"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AE7E594E-F475-41AD-BB75-6D6605CEE27F}" type="datetime3">
              <a:rPr lang="en-US" smtClean="0"/>
              <a:pPr>
                <a:defRPr/>
              </a:pPr>
              <a:t>4 June 2025</a:t>
            </a:fld>
            <a:endParaRPr lang="en-US" dirty="0"/>
          </a:p>
        </p:txBody>
      </p:sp>
      <p:sp>
        <p:nvSpPr>
          <p:cNvPr id="3" name="Footer Placeholder 2"/>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4" name="Slide Number Placeholder 3"/>
          <p:cNvSpPr>
            <a:spLocks noGrp="1"/>
          </p:cNvSpPr>
          <p:nvPr>
            <p:ph type="sldNum" sz="quarter" idx="12"/>
          </p:nvPr>
        </p:nvSpPr>
        <p:spPr/>
        <p:txBody>
          <a:bodyPr/>
          <a:lstStyle>
            <a:lvl1pPr>
              <a:defRPr smtClean="0"/>
            </a:lvl1pPr>
          </a:lstStyle>
          <a:p>
            <a:pPr>
              <a:defRPr/>
            </a:pPr>
            <a:fld id="{2571F5BB-190B-45BA-B754-2541F8CA6F46}"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bwMode="invGray">
          <a:xfrm>
            <a:off x="2855913" y="0"/>
            <a:ext cx="46037" cy="1090613"/>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p:cNvSpPr/>
          <p:nvPr/>
        </p:nvSpPr>
        <p:spPr bwMode="invGray">
          <a:xfrm>
            <a:off x="2855913" y="0"/>
            <a:ext cx="46037" cy="1090613"/>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67838" y="114300"/>
            <a:ext cx="2523744" cy="733806"/>
          </a:xfrm>
        </p:spPr>
        <p:txBody>
          <a:bodyPr lIns="73152" bIns="0" anchor="b">
            <a:sp3d prstMaterial="matte"/>
          </a:bodyPr>
          <a:lstStyle>
            <a:lvl1pPr algn="l">
              <a:defRPr sz="2000" b="0"/>
            </a:lvl1pPr>
            <a:extLst/>
          </a:lstStyle>
          <a:p>
            <a:r>
              <a:rPr lang="en-US"/>
              <a:t>Click to edit Master title style</a:t>
            </a:r>
          </a:p>
        </p:txBody>
      </p:sp>
      <p:sp>
        <p:nvSpPr>
          <p:cNvPr id="3" name="Content Placeholder 2"/>
          <p:cNvSpPr>
            <a:spLocks noGrp="1"/>
          </p:cNvSpPr>
          <p:nvPr>
            <p:ph idx="1"/>
          </p:nvPr>
        </p:nvSpPr>
        <p:spPr>
          <a:xfrm>
            <a:off x="3019378" y="1307350"/>
            <a:ext cx="5920641" cy="341916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838" y="1297514"/>
            <a:ext cx="2468880" cy="3429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a:r>
              <a:rPr lang="en-US"/>
              <a:t>Click to edit Master text styles</a:t>
            </a:r>
          </a:p>
        </p:txBody>
      </p:sp>
      <p:sp>
        <p:nvSpPr>
          <p:cNvPr id="7" name="Date Placeholder 4"/>
          <p:cNvSpPr>
            <a:spLocks noGrp="1"/>
          </p:cNvSpPr>
          <p:nvPr>
            <p:ph type="dt" sz="half" idx="10"/>
          </p:nvPr>
        </p:nvSpPr>
        <p:spPr/>
        <p:txBody>
          <a:bodyPr/>
          <a:lstStyle>
            <a:lvl1pPr>
              <a:defRPr/>
            </a:lvl1pPr>
          </a:lstStyle>
          <a:p>
            <a:pPr>
              <a:defRPr/>
            </a:pPr>
            <a:fld id="{91E2B4D4-B6E2-47FD-85E2-7D101084715D}" type="datetime3">
              <a:rPr lang="en-US" smtClean="0"/>
              <a:pPr>
                <a:defRPr/>
              </a:pPr>
              <a:t>4 June 2025</a:t>
            </a:fld>
            <a:endParaRPr lang="en-US" dirty="0"/>
          </a:p>
        </p:txBody>
      </p:sp>
      <p:sp>
        <p:nvSpPr>
          <p:cNvPr id="8" name="Footer Placeholder 5"/>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9" name="Slide Number Placeholder 6"/>
          <p:cNvSpPr>
            <a:spLocks noGrp="1"/>
          </p:cNvSpPr>
          <p:nvPr>
            <p:ph type="sldNum" sz="quarter" idx="12"/>
          </p:nvPr>
        </p:nvSpPr>
        <p:spPr/>
        <p:txBody>
          <a:bodyPr/>
          <a:lstStyle>
            <a:lvl1pPr>
              <a:defRPr smtClean="0"/>
            </a:lvl1pPr>
          </a:lstStyle>
          <a:p>
            <a:pPr>
              <a:defRPr/>
            </a:pPr>
            <a:fld id="{4B3D1EAA-7E8D-49EA-BCBB-3C5BA424400D}"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5" name="Rectangle 4"/>
          <p:cNvSpPr/>
          <p:nvPr/>
        </p:nvSpPr>
        <p:spPr>
          <a:xfrm>
            <a:off x="2855913" y="0"/>
            <a:ext cx="46037" cy="51435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p:cNvSpPr/>
          <p:nvPr/>
        </p:nvSpPr>
        <p:spPr bwMode="invGray">
          <a:xfrm>
            <a:off x="2855913" y="0"/>
            <a:ext cx="46037" cy="51435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64592" y="116586"/>
            <a:ext cx="2525150" cy="733806"/>
          </a:xfrm>
        </p:spPr>
        <p:txBody>
          <a:bodyPr lIns="73152" bIns="0" anchor="b">
            <a:sp3d prstMaterial="matte"/>
          </a:bodyPr>
          <a:lstStyle>
            <a:lvl1pPr algn="l">
              <a:defRPr sz="2000" b="0"/>
            </a:lvl1pPr>
            <a:extLst/>
          </a:lstStyle>
          <a:p>
            <a:r>
              <a:rPr lang="en-US"/>
              <a:t>Click to edit Master title style</a:t>
            </a:r>
          </a:p>
        </p:txBody>
      </p:sp>
      <p:sp>
        <p:nvSpPr>
          <p:cNvPr id="3" name="Picture Placeholder 2"/>
          <p:cNvSpPr>
            <a:spLocks noGrp="1"/>
          </p:cNvSpPr>
          <p:nvPr>
            <p:ph type="pic" idx="1"/>
          </p:nvPr>
        </p:nvSpPr>
        <p:spPr>
          <a:xfrm>
            <a:off x="2903806" y="1113606"/>
            <a:ext cx="6247397" cy="4029894"/>
          </a:xfrm>
          <a:solidFill>
            <a:schemeClr val="bg2">
              <a:shade val="7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164592" y="1296162"/>
            <a:ext cx="2468880" cy="3429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a:r>
              <a:rPr lang="en-US"/>
              <a:t>Click to edit Master text styles</a:t>
            </a:r>
          </a:p>
        </p:txBody>
      </p:sp>
      <p:sp>
        <p:nvSpPr>
          <p:cNvPr id="7" name="Date Placeholder 4"/>
          <p:cNvSpPr>
            <a:spLocks noGrp="1"/>
          </p:cNvSpPr>
          <p:nvPr>
            <p:ph type="dt" sz="half" idx="10"/>
          </p:nvPr>
        </p:nvSpPr>
        <p:spPr>
          <a:xfrm>
            <a:off x="165100" y="877888"/>
            <a:ext cx="2522538" cy="150812"/>
          </a:xfrm>
        </p:spPr>
        <p:txBody>
          <a:bodyPr/>
          <a:lstStyle>
            <a:lvl1pPr>
              <a:defRPr/>
            </a:lvl1pPr>
          </a:lstStyle>
          <a:p>
            <a:pPr>
              <a:defRPr/>
            </a:pPr>
            <a:fld id="{22C41680-3D9B-4FE7-ADBA-79948EF16D96}" type="datetime3">
              <a:rPr lang="en-US" smtClean="0"/>
              <a:pPr>
                <a:defRPr/>
              </a:pPr>
              <a:t>4 June 2025</a:t>
            </a:fld>
            <a:endParaRPr lang="en-US" dirty="0"/>
          </a:p>
        </p:txBody>
      </p:sp>
      <p:sp>
        <p:nvSpPr>
          <p:cNvPr id="8" name="Footer Placeholder 5"/>
          <p:cNvSpPr>
            <a:spLocks noGrp="1"/>
          </p:cNvSpPr>
          <p:nvPr>
            <p:ph type="ftr" sz="quarter" idx="11"/>
          </p:nvPr>
        </p:nvSpPr>
        <p:spPr>
          <a:xfrm>
            <a:off x="3035300" y="877888"/>
            <a:ext cx="5194300" cy="150812"/>
          </a:xfrm>
        </p:spPr>
        <p:txBody>
          <a:bodyPr/>
          <a:lstStyle>
            <a:lvl1pPr>
              <a:defRPr>
                <a:solidFill>
                  <a:schemeClr val="bg1">
                    <a:shade val="50000"/>
                  </a:schemeClr>
                </a:solidFill>
              </a:defRPr>
            </a:lvl1pPr>
          </a:lstStyle>
          <a:p>
            <a:pPr>
              <a:defRPr/>
            </a:pPr>
            <a:r>
              <a:rPr lang="en-IN"/>
              <a:t>0  th REVIEW PRESENTATION </a:t>
            </a:r>
            <a:endParaRPr lang="en-US" dirty="0"/>
          </a:p>
        </p:txBody>
      </p:sp>
      <p:sp>
        <p:nvSpPr>
          <p:cNvPr id="9" name="Slide Number Placeholder 6"/>
          <p:cNvSpPr>
            <a:spLocks noGrp="1"/>
          </p:cNvSpPr>
          <p:nvPr>
            <p:ph type="sldNum" sz="quarter" idx="12"/>
          </p:nvPr>
        </p:nvSpPr>
        <p:spPr>
          <a:xfrm>
            <a:off x="8339138" y="877888"/>
            <a:ext cx="733425" cy="150812"/>
          </a:xfrm>
        </p:spPr>
        <p:txBody>
          <a:bodyPr/>
          <a:lstStyle>
            <a:lvl1pPr>
              <a:defRPr smtClean="0"/>
            </a:lvl1pPr>
          </a:lstStyle>
          <a:p>
            <a:pPr>
              <a:defRPr/>
            </a:pPr>
            <a:fld id="{7B93E55C-A662-4067-BE20-A4D82E579A38}" type="slidenum">
              <a:rPr lang="en-US" altLang="en-US"/>
              <a:pPr>
                <a:defRPr/>
              </a:pPr>
              <a:t>‹#›</a:t>
            </a:fld>
            <a:endParaRPr lang="en-US"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724B062-6228-41C2-ABDD-D7148789000D}" type="datetime3">
              <a:rPr lang="en-US" smtClean="0"/>
              <a:pPr>
                <a:defRPr/>
              </a:pPr>
              <a:t>4 June 2025</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A0C11DA-FA02-4E33-93FC-C378FAF95FBA}"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invGray">
          <a:xfrm>
            <a:off x="6599238" y="0"/>
            <a:ext cx="46037" cy="51435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ltGray">
          <a:xfrm>
            <a:off x="6648450" y="0"/>
            <a:ext cx="2514600" cy="51435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Vertical Title 1"/>
          <p:cNvSpPr>
            <a:spLocks noGrp="1"/>
          </p:cNvSpPr>
          <p:nvPr>
            <p:ph type="title" orient="vert"/>
          </p:nvPr>
        </p:nvSpPr>
        <p:spPr>
          <a:xfrm>
            <a:off x="6781800" y="205980"/>
            <a:ext cx="19050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60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84C56A4E-C062-4A3C-A7D1-75769F469492}" type="datetime3">
              <a:rPr lang="en-US" smtClean="0"/>
              <a:pPr>
                <a:defRPr/>
              </a:pPr>
              <a:t>4 June 2025</a:t>
            </a:fld>
            <a:endParaRPr lang="en-US" dirty="0"/>
          </a:p>
        </p:txBody>
      </p:sp>
      <p:sp>
        <p:nvSpPr>
          <p:cNvPr id="7" name="Footer Placeholder 4"/>
          <p:cNvSpPr>
            <a:spLocks noGrp="1"/>
          </p:cNvSpPr>
          <p:nvPr>
            <p:ph type="ftr" sz="quarter" idx="11"/>
          </p:nvPr>
        </p:nvSpPr>
        <p:spPr>
          <a:xfrm>
            <a:off x="2640013" y="4783138"/>
            <a:ext cx="3836987" cy="273050"/>
          </a:xfrm>
        </p:spPr>
        <p:txBody>
          <a:bodyPr/>
          <a:lstStyle>
            <a:lvl1pPr>
              <a:defRPr/>
            </a:lvl1pPr>
          </a:lstStyle>
          <a:p>
            <a:pPr>
              <a:defRPr/>
            </a:pPr>
            <a:r>
              <a:rPr lang="en-IN"/>
              <a:t>0  th REVIEW PRESENTATION </a:t>
            </a:r>
            <a:endParaRPr lang="en-US" dirty="0"/>
          </a:p>
        </p:txBody>
      </p:sp>
      <p:sp>
        <p:nvSpPr>
          <p:cNvPr id="8" name="Slide Number Placeholder 5"/>
          <p:cNvSpPr>
            <a:spLocks noGrp="1"/>
          </p:cNvSpPr>
          <p:nvPr>
            <p:ph type="sldNum" sz="quarter" idx="12"/>
          </p:nvPr>
        </p:nvSpPr>
        <p:spPr/>
        <p:txBody>
          <a:bodyPr/>
          <a:lstStyle>
            <a:lvl1pPr>
              <a:defRPr smtClean="0"/>
            </a:lvl1pPr>
          </a:lstStyle>
          <a:p>
            <a:pPr>
              <a:defRPr/>
            </a:pPr>
            <a:fld id="{B1E085C4-C07B-4C80-B337-90438D59D3CD}"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bwMode="invGray">
          <a:xfrm>
            <a:off x="0" y="1076325"/>
            <a:ext cx="9144000" cy="34925"/>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Rectangle 6"/>
          <p:cNvSpPr/>
          <p:nvPr/>
        </p:nvSpPr>
        <p:spPr bwMode="ltGray">
          <a:xfrm>
            <a:off x="0" y="0"/>
            <a:ext cx="9144000" cy="1074738"/>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Placeholder 1"/>
          <p:cNvSpPr>
            <a:spLocks noGrp="1"/>
          </p:cNvSpPr>
          <p:nvPr>
            <p:ph type="title"/>
          </p:nvPr>
        </p:nvSpPr>
        <p:spPr>
          <a:xfrm>
            <a:off x="457200" y="114300"/>
            <a:ext cx="8229600" cy="938213"/>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lang="en-US"/>
              <a:t>Click to edit Master title style</a:t>
            </a:r>
          </a:p>
        </p:txBody>
      </p:sp>
      <p:sp>
        <p:nvSpPr>
          <p:cNvPr id="1029" name="Text Placeholder 2"/>
          <p:cNvSpPr>
            <a:spLocks noGrp="1"/>
          </p:cNvSpPr>
          <p:nvPr>
            <p:ph type="body" idx="1"/>
          </p:nvPr>
        </p:nvSpPr>
        <p:spPr bwMode="auto">
          <a:xfrm>
            <a:off x="457200" y="1331913"/>
            <a:ext cx="8229600" cy="3468687"/>
          </a:xfrm>
          <a:prstGeom prst="rect">
            <a:avLst/>
          </a:prstGeom>
          <a:noFill/>
          <a:ln w="9525">
            <a:noFill/>
            <a:miter lim="800000"/>
            <a:headEnd/>
            <a:tailEnd/>
          </a:ln>
        </p:spPr>
        <p:txBody>
          <a:bodyPr vert="horz" wrap="square" lIns="54864" tIns="9144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4857750"/>
            <a:ext cx="2133600" cy="206375"/>
          </a:xfrm>
          <a:prstGeom prst="rect">
            <a:avLst/>
          </a:prstGeom>
        </p:spPr>
        <p:txBody>
          <a:bodyPr vert="horz" lIns="109728" rIns="45720" bIns="0" rtlCol="0" anchor="b"/>
          <a:lstStyle>
            <a:lvl1pPr algn="l" eaLnBrk="1" latinLnBrk="0" hangingPunct="1">
              <a:defRPr kumimoji="0" sz="1200">
                <a:solidFill>
                  <a:schemeClr val="tx1">
                    <a:tint val="95000"/>
                  </a:schemeClr>
                </a:solidFill>
                <a:latin typeface="Arial" charset="0"/>
                <a:cs typeface="Arial" charset="0"/>
              </a:defRPr>
            </a:lvl1pPr>
            <a:extLst/>
          </a:lstStyle>
          <a:p>
            <a:pPr>
              <a:defRPr/>
            </a:pPr>
            <a:fld id="{53602E61-5DE4-483D-89FA-8265F0642731}" type="datetime3">
              <a:rPr lang="en-US" smtClean="0"/>
              <a:pPr>
                <a:defRPr/>
              </a:pPr>
              <a:t>4 June 2025</a:t>
            </a:fld>
            <a:endParaRPr lang="en-US" dirty="0"/>
          </a:p>
        </p:txBody>
      </p:sp>
      <p:sp>
        <p:nvSpPr>
          <p:cNvPr id="5" name="Footer Placeholder 4"/>
          <p:cNvSpPr>
            <a:spLocks noGrp="1"/>
          </p:cNvSpPr>
          <p:nvPr>
            <p:ph type="ftr" sz="quarter" idx="3"/>
          </p:nvPr>
        </p:nvSpPr>
        <p:spPr>
          <a:xfrm>
            <a:off x="2640013" y="4857750"/>
            <a:ext cx="5508625" cy="206375"/>
          </a:xfrm>
          <a:prstGeom prst="rect">
            <a:avLst/>
          </a:prstGeom>
        </p:spPr>
        <p:txBody>
          <a:bodyPr vert="horz" lIns="45720" rIns="45720" bIns="0" rtlCol="0" anchor="b"/>
          <a:lstStyle>
            <a:lvl1pPr algn="l" eaLnBrk="1" latinLnBrk="0" hangingPunct="1">
              <a:defRPr kumimoji="0" sz="1200">
                <a:solidFill>
                  <a:schemeClr val="tx1">
                    <a:tint val="95000"/>
                  </a:schemeClr>
                </a:solidFill>
                <a:latin typeface="Arial" charset="0"/>
                <a:cs typeface="Arial" charset="0"/>
              </a:defRPr>
            </a:lvl1pPr>
            <a:extLst/>
          </a:lstStyle>
          <a:p>
            <a:pPr>
              <a:defRPr/>
            </a:pPr>
            <a:r>
              <a:rPr lang="en-IN"/>
              <a:t>0  th REVIEW PRESENTATION </a:t>
            </a:r>
            <a:endParaRPr lang="en-US" dirty="0"/>
          </a:p>
        </p:txBody>
      </p:sp>
      <p:sp>
        <p:nvSpPr>
          <p:cNvPr id="6" name="Slide Number Placeholder 5"/>
          <p:cNvSpPr>
            <a:spLocks noGrp="1"/>
          </p:cNvSpPr>
          <p:nvPr>
            <p:ph type="sldNum" sz="quarter" idx="4"/>
          </p:nvPr>
        </p:nvSpPr>
        <p:spPr>
          <a:xfrm>
            <a:off x="8204200" y="4857750"/>
            <a:ext cx="733425" cy="206375"/>
          </a:xfrm>
          <a:prstGeom prst="rect">
            <a:avLst/>
          </a:prstGeom>
        </p:spPr>
        <p:txBody>
          <a:bodyPr vert="horz" wrap="square" lIns="91440" tIns="45720" rIns="91440" bIns="0" numCol="1" anchor="b" anchorCtr="0" compatLnSpc="1">
            <a:prstTxWarp prst="textNoShape">
              <a:avLst/>
            </a:prstTxWarp>
          </a:bodyPr>
          <a:lstStyle>
            <a:lvl1pPr algn="r" eaLnBrk="1" hangingPunct="1">
              <a:defRPr sz="1200" smtClean="0">
                <a:solidFill>
                  <a:srgbClr val="3F3F3F"/>
                </a:solidFill>
              </a:defRPr>
            </a:lvl1pPr>
          </a:lstStyle>
          <a:p>
            <a:pPr>
              <a:defRPr/>
            </a:pPr>
            <a:fld id="{D78D2778-B29C-49DB-A26C-44F5760A332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016" r:id="rId1"/>
    <p:sldLayoutId id="2147484011" r:id="rId2"/>
    <p:sldLayoutId id="2147484017" r:id="rId3"/>
    <p:sldLayoutId id="2147484012" r:id="rId4"/>
    <p:sldLayoutId id="2147484013" r:id="rId5"/>
    <p:sldLayoutId id="2147484014" r:id="rId6"/>
    <p:sldLayoutId id="2147484018" r:id="rId7"/>
    <p:sldLayoutId id="2147484019" r:id="rId8"/>
    <p:sldLayoutId id="2147484020" r:id="rId9"/>
    <p:sldLayoutId id="2147484015" r:id="rId10"/>
    <p:sldLayoutId id="2147484021" r:id="rId11"/>
  </p:sldLayoutIdLst>
  <p:hf hdr="0" dt="0"/>
  <p:txStyles>
    <p:titleStyle>
      <a:lvl1pPr algn="l" rtl="0" eaLnBrk="0" fontAlgn="base" hangingPunct="0">
        <a:spcBef>
          <a:spcPct val="0"/>
        </a:spcBef>
        <a:spcAft>
          <a:spcPct val="0"/>
        </a:spcAft>
        <a:defRPr sz="4500" b="1" kern="1200">
          <a:solidFill>
            <a:srgbClr val="FFC800"/>
          </a:solidFill>
          <a:latin typeface="+mj-lt"/>
          <a:ea typeface="+mj-ea"/>
          <a:cs typeface="+mj-cs"/>
        </a:defRPr>
      </a:lvl1pPr>
      <a:lvl2pPr algn="l" rtl="0" eaLnBrk="0" fontAlgn="base" hangingPunct="0">
        <a:spcBef>
          <a:spcPct val="0"/>
        </a:spcBef>
        <a:spcAft>
          <a:spcPct val="0"/>
        </a:spcAft>
        <a:defRPr sz="4500" b="1">
          <a:solidFill>
            <a:srgbClr val="FFC800"/>
          </a:solidFill>
          <a:latin typeface="Corbel" pitchFamily="34" charset="0"/>
        </a:defRPr>
      </a:lvl2pPr>
      <a:lvl3pPr algn="l" rtl="0" eaLnBrk="0" fontAlgn="base" hangingPunct="0">
        <a:spcBef>
          <a:spcPct val="0"/>
        </a:spcBef>
        <a:spcAft>
          <a:spcPct val="0"/>
        </a:spcAft>
        <a:defRPr sz="4500" b="1">
          <a:solidFill>
            <a:srgbClr val="FFC800"/>
          </a:solidFill>
          <a:latin typeface="Corbel" pitchFamily="34" charset="0"/>
        </a:defRPr>
      </a:lvl3pPr>
      <a:lvl4pPr algn="l" rtl="0" eaLnBrk="0" fontAlgn="base" hangingPunct="0">
        <a:spcBef>
          <a:spcPct val="0"/>
        </a:spcBef>
        <a:spcAft>
          <a:spcPct val="0"/>
        </a:spcAft>
        <a:defRPr sz="4500" b="1">
          <a:solidFill>
            <a:srgbClr val="FFC800"/>
          </a:solidFill>
          <a:latin typeface="Corbel" pitchFamily="34" charset="0"/>
        </a:defRPr>
      </a:lvl4pPr>
      <a:lvl5pPr algn="l" rtl="0" eaLnBrk="0" fontAlgn="base" hangingPunct="0">
        <a:spcBef>
          <a:spcPct val="0"/>
        </a:spcBef>
        <a:spcAft>
          <a:spcPct val="0"/>
        </a:spcAft>
        <a:defRPr sz="4500" b="1">
          <a:solidFill>
            <a:srgbClr val="FFC800"/>
          </a:solidFill>
          <a:latin typeface="Corbel" pitchFamily="34" charset="0"/>
        </a:defRPr>
      </a:lvl5pPr>
      <a:lvl6pPr marL="457200" algn="l" rtl="0" fontAlgn="base">
        <a:spcBef>
          <a:spcPct val="0"/>
        </a:spcBef>
        <a:spcAft>
          <a:spcPct val="0"/>
        </a:spcAft>
        <a:defRPr sz="4500" b="1">
          <a:solidFill>
            <a:srgbClr val="FFC800"/>
          </a:solidFill>
          <a:latin typeface="Corbel" pitchFamily="34" charset="0"/>
        </a:defRPr>
      </a:lvl6pPr>
      <a:lvl7pPr marL="914400" algn="l" rtl="0" fontAlgn="base">
        <a:spcBef>
          <a:spcPct val="0"/>
        </a:spcBef>
        <a:spcAft>
          <a:spcPct val="0"/>
        </a:spcAft>
        <a:defRPr sz="4500" b="1">
          <a:solidFill>
            <a:srgbClr val="FFC800"/>
          </a:solidFill>
          <a:latin typeface="Corbel" pitchFamily="34" charset="0"/>
        </a:defRPr>
      </a:lvl7pPr>
      <a:lvl8pPr marL="1371600" algn="l" rtl="0" fontAlgn="base">
        <a:spcBef>
          <a:spcPct val="0"/>
        </a:spcBef>
        <a:spcAft>
          <a:spcPct val="0"/>
        </a:spcAft>
        <a:defRPr sz="4500" b="1">
          <a:solidFill>
            <a:srgbClr val="FFC800"/>
          </a:solidFill>
          <a:latin typeface="Corbel" pitchFamily="34" charset="0"/>
        </a:defRPr>
      </a:lvl8pPr>
      <a:lvl9pPr marL="1828800" algn="l" rtl="0" fontAlgn="base">
        <a:spcBef>
          <a:spcPct val="0"/>
        </a:spcBef>
        <a:spcAft>
          <a:spcPct val="0"/>
        </a:spcAft>
        <a:defRPr sz="4500" b="1">
          <a:solidFill>
            <a:srgbClr val="FFC800"/>
          </a:solidFill>
          <a:latin typeface="Corbel" pitchFamily="34" charset="0"/>
        </a:defRPr>
      </a:lvl9pPr>
      <a:extLst/>
    </p:titleStyle>
    <p:bodyStyle>
      <a:lvl1pPr marL="438150" indent="-319088" algn="l" rtl="0" eaLnBrk="0" fontAlgn="base" hangingPunct="0">
        <a:spcBef>
          <a:spcPct val="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730250" indent="-273050" algn="l" rtl="0" eaLnBrk="0" fontAlgn="base" hangingPunct="0">
        <a:spcBef>
          <a:spcPct val="20000"/>
        </a:spcBef>
        <a:spcAft>
          <a:spcPct val="0"/>
        </a:spcAft>
        <a:buClr>
          <a:schemeClr val="accent2"/>
        </a:buClr>
        <a:buSzPct val="90000"/>
        <a:buFont typeface="Wingdings" pitchFamily="2" charset="2"/>
        <a:buChar char=""/>
        <a:defRPr sz="2800" kern="1200">
          <a:solidFill>
            <a:schemeClr val="tx1"/>
          </a:solidFill>
          <a:latin typeface="+mn-lt"/>
          <a:ea typeface="+mn-ea"/>
          <a:cs typeface="+mn-cs"/>
        </a:defRPr>
      </a:lvl2pPr>
      <a:lvl3pPr marL="995363" indent="-228600" algn="l" rtl="0" eaLnBrk="0" fontAlgn="base" hangingPunct="0">
        <a:spcBef>
          <a:spcPct val="20000"/>
        </a:spcBef>
        <a:spcAft>
          <a:spcPct val="0"/>
        </a:spcAft>
        <a:buClr>
          <a:srgbClr val="E66C7D"/>
        </a:buClr>
        <a:buFont typeface="Arial" charset="0"/>
        <a:buChar char="▪"/>
        <a:defRPr sz="2400" kern="1200">
          <a:solidFill>
            <a:schemeClr val="tx1"/>
          </a:solidFill>
          <a:latin typeface="+mn-lt"/>
          <a:ea typeface="+mn-ea"/>
          <a:cs typeface="+mn-cs"/>
        </a:defRPr>
      </a:lvl3pPr>
      <a:lvl4pPr marL="1216025" indent="-182563" algn="l" rtl="0" eaLnBrk="0" fontAlgn="base" hangingPunct="0">
        <a:spcBef>
          <a:spcPct val="20000"/>
        </a:spcBef>
        <a:spcAft>
          <a:spcPct val="0"/>
        </a:spcAft>
        <a:buClr>
          <a:srgbClr val="6BB76D"/>
        </a:buClr>
        <a:buFont typeface="Arial" charset="0"/>
        <a:buChar char="▪"/>
        <a:defRPr sz="2000" kern="1200">
          <a:solidFill>
            <a:schemeClr val="tx1"/>
          </a:solidFill>
          <a:latin typeface="+mn-lt"/>
          <a:ea typeface="+mn-ea"/>
          <a:cs typeface="+mn-cs"/>
        </a:defRPr>
      </a:lvl4pPr>
      <a:lvl5pPr marL="1425575" indent="-182563" algn="l" rtl="0" eaLnBrk="0" fontAlgn="base" hangingPunct="0">
        <a:spcBef>
          <a:spcPct val="20000"/>
        </a:spcBef>
        <a:spcAft>
          <a:spcPct val="0"/>
        </a:spcAft>
        <a:buClr>
          <a:srgbClr val="E88651"/>
        </a:buClr>
        <a:buFont typeface="Wingdings 3" pitchFamily="18" charset="2"/>
        <a:buChar char=""/>
        <a:defRPr lang="en-US" sz="2000" kern="120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defRPr/>
            </a:pPr>
            <a:r>
              <a:rPr lang="en-IN" sz="3600" dirty="0"/>
              <a:t>M.KUMARASAMY COLLEGE OF ENGINEERING ,  KARUR.</a:t>
            </a:r>
          </a:p>
        </p:txBody>
      </p:sp>
      <p:sp>
        <p:nvSpPr>
          <p:cNvPr id="5" name="Footer Placeholder 4"/>
          <p:cNvSpPr>
            <a:spLocks noGrp="1"/>
          </p:cNvSpPr>
          <p:nvPr>
            <p:ph type="ftr" sz="quarter" idx="11"/>
          </p:nvPr>
        </p:nvSpPr>
        <p:spPr>
          <a:xfrm>
            <a:off x="772236" y="1200150"/>
            <a:ext cx="7772400" cy="2286000"/>
          </a:xfrm>
        </p:spPr>
        <p:txBody>
          <a:bodyPr/>
          <a:lstStyle/>
          <a:p>
            <a:pPr algn="ctr">
              <a:defRPr/>
            </a:pPr>
            <a:endParaRPr lang="en-IN" sz="2500" b="1" dirty="0"/>
          </a:p>
          <a:p>
            <a:pPr algn="ctr">
              <a:defRPr/>
            </a:pPr>
            <a:r>
              <a:rPr lang="en-US" sz="2500" b="1" dirty="0"/>
              <a:t>Department of Electronics and Communication Engineering</a:t>
            </a:r>
            <a:endParaRPr lang="en-IN" sz="2500" b="1" dirty="0"/>
          </a:p>
          <a:p>
            <a:pPr algn="ctr">
              <a:defRPr/>
            </a:pPr>
            <a:r>
              <a:rPr lang="en-IN" sz="2500" b="1" dirty="0"/>
              <a:t>EGB1221-DATABASE MANAGEMENT SYSTEM  </a:t>
            </a:r>
          </a:p>
          <a:p>
            <a:pPr algn="ctr">
              <a:defRPr/>
            </a:pPr>
            <a:r>
              <a:rPr lang="en-IN" sz="2500" b="1" dirty="0"/>
              <a:t>IV Semester (2023-2027 Batch)</a:t>
            </a:r>
          </a:p>
          <a:p>
            <a:pPr algn="ctr">
              <a:defRPr/>
            </a:pPr>
            <a:r>
              <a:rPr lang="en-IN" sz="2500" b="1" u="sng" dirty="0"/>
              <a:t>END SEM REVIEW PRESENTATION </a:t>
            </a:r>
            <a:endParaRPr lang="en-US" sz="2500" b="1" u="sng" dirty="0"/>
          </a:p>
        </p:txBody>
      </p:sp>
      <p:sp>
        <p:nvSpPr>
          <p:cNvPr id="6" name="TextBox 6"/>
          <p:cNvSpPr txBox="1">
            <a:spLocks noChangeArrowheads="1"/>
          </p:cNvSpPr>
          <p:nvPr/>
        </p:nvSpPr>
        <p:spPr bwMode="auto">
          <a:xfrm flipH="1">
            <a:off x="914400" y="3486150"/>
            <a:ext cx="7010400" cy="1569660"/>
          </a:xfrm>
          <a:prstGeom prst="rect">
            <a:avLst/>
          </a:prstGeom>
          <a:noFill/>
          <a:ln w="9525">
            <a:noFill/>
            <a:miter lim="800000"/>
            <a:headEnd/>
            <a:tailEnd/>
          </a:ln>
        </p:spPr>
        <p:txBody>
          <a:bodyPr wrap="square">
            <a:spAutoFit/>
          </a:bodyPr>
          <a:lstStyle/>
          <a:p>
            <a:pPr lvl="0">
              <a:spcBef>
                <a:spcPts val="0"/>
              </a:spcBef>
              <a:spcAft>
                <a:spcPts val="0"/>
              </a:spcAft>
            </a:pPr>
            <a:r>
              <a:rPr lang="en-US" sz="2400" b="1" dirty="0">
                <a:latin typeface="Times New Roman" panose="02020603050405020304" pitchFamily="18" charset="0"/>
                <a:ea typeface="Arial"/>
                <a:cs typeface="Times New Roman" panose="02020603050405020304" pitchFamily="18" charset="0"/>
                <a:sym typeface="Arial"/>
              </a:rPr>
              <a:t>Register Number	: </a:t>
            </a:r>
            <a:r>
              <a:rPr lang="en-US" sz="2100" b="1" dirty="0">
                <a:latin typeface="Times New Roman" panose="02020603050405020304" pitchFamily="18" charset="0"/>
                <a:ea typeface="Arial"/>
                <a:cs typeface="Times New Roman" panose="02020603050405020304" pitchFamily="18" charset="0"/>
                <a:sym typeface="Arial"/>
              </a:rPr>
              <a:t>927623BEC173,927623BEC174</a:t>
            </a:r>
          </a:p>
          <a:p>
            <a:pPr lvl="0">
              <a:spcBef>
                <a:spcPts val="0"/>
              </a:spcBef>
              <a:spcAft>
                <a:spcPts val="0"/>
              </a:spcAft>
            </a:pPr>
            <a:r>
              <a:rPr lang="en-US" sz="2400" b="1" dirty="0">
                <a:latin typeface="Times New Roman" panose="02020603050405020304" pitchFamily="18" charset="0"/>
                <a:ea typeface="Arial"/>
                <a:cs typeface="Times New Roman" panose="02020603050405020304" pitchFamily="18" charset="0"/>
                <a:sym typeface="Arial"/>
              </a:rPr>
              <a:t>Name			: </a:t>
            </a:r>
            <a:r>
              <a:rPr lang="en-US" sz="2100" b="1" dirty="0">
                <a:latin typeface="Times New Roman" panose="02020603050405020304" pitchFamily="18" charset="0"/>
                <a:ea typeface="Arial"/>
                <a:cs typeface="Times New Roman" panose="02020603050405020304" pitchFamily="18" charset="0"/>
                <a:sym typeface="Arial"/>
              </a:rPr>
              <a:t>REVANTH BALAJI S R </a:t>
            </a:r>
          </a:p>
          <a:p>
            <a:pPr lvl="0">
              <a:spcBef>
                <a:spcPts val="0"/>
              </a:spcBef>
              <a:spcAft>
                <a:spcPts val="0"/>
              </a:spcAft>
            </a:pPr>
            <a:r>
              <a:rPr lang="en-IN" altLang="en-US" sz="2100" b="1" dirty="0">
                <a:latin typeface="Times New Roman" panose="02020603050405020304" pitchFamily="18" charset="0"/>
                <a:cs typeface="Times New Roman" panose="02020603050405020304" pitchFamily="18" charset="0"/>
              </a:rPr>
              <a:t>          			   RITHIK SURIYA M</a:t>
            </a:r>
          </a:p>
          <a:p>
            <a:r>
              <a:rPr lang="en-IN" altLang="en-US" sz="2400" b="1" dirty="0">
                <a:latin typeface="Times New Roman" panose="02020603050405020304" pitchFamily="18" charset="0"/>
                <a:cs typeface="Times New Roman" panose="02020603050405020304" pitchFamily="18" charset="0"/>
              </a:rPr>
              <a:t>Date			:  04-06-2025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p:cNvSpPr>
          <p:nvPr>
            <p:ph type="title"/>
          </p:nvPr>
        </p:nvSpPr>
        <p:spPr>
          <a:xfrm>
            <a:off x="0" y="-22302"/>
            <a:ext cx="9144000" cy="1428750"/>
          </a:xfrm>
        </p:spPr>
        <p:txBody>
          <a:bodyPr>
            <a:noAutofit/>
          </a:bodyPr>
          <a:lstStyle/>
          <a:p>
            <a:pPr algn="ctr"/>
            <a:r>
              <a:rPr lang="en-US" sz="4400" dirty="0">
                <a:latin typeface="Times New Roman" pitchFamily="18" charset="0"/>
                <a:cs typeface="Times New Roman" pitchFamily="18" charset="0"/>
              </a:rPr>
              <a:t>TITLE OF THE PROJECT </a:t>
            </a:r>
            <a:endParaRPr lang="en-US" sz="4400" dirty="0">
              <a:solidFill>
                <a:schemeClr val="accent1">
                  <a:satMod val="150000"/>
                </a:schemeClr>
              </a:solidFill>
              <a:latin typeface="Times New Roman" pitchFamily="18" charset="0"/>
              <a:cs typeface="Times New Roman" pitchFamily="18" charset="0"/>
            </a:endParaRPr>
          </a:p>
        </p:txBody>
      </p:sp>
      <p:sp>
        <p:nvSpPr>
          <p:cNvPr id="9220" name="TextBox 4"/>
          <p:cNvSpPr txBox="1">
            <a:spLocks noChangeArrowheads="1"/>
          </p:cNvSpPr>
          <p:nvPr/>
        </p:nvSpPr>
        <p:spPr bwMode="auto">
          <a:xfrm>
            <a:off x="1066800" y="2495550"/>
            <a:ext cx="7772400" cy="1046440"/>
          </a:xfrm>
          <a:prstGeom prst="rect">
            <a:avLst/>
          </a:prstGeom>
          <a:noFill/>
          <a:ln w="9525">
            <a:noFill/>
            <a:miter lim="800000"/>
            <a:headEnd/>
            <a:tailEnd/>
          </a:ln>
        </p:spPr>
        <p:txBody>
          <a:bodyPr wrap="square">
            <a:spAutoFit/>
          </a:bodyPr>
          <a:lstStyle/>
          <a:p>
            <a:endParaRPr lang="en-IN" altLang="en-US" b="1" dirty="0"/>
          </a:p>
          <a:p>
            <a:r>
              <a:rPr lang="en-US" sz="2400" b="1" dirty="0">
                <a:latin typeface="Times New Roman"/>
                <a:ea typeface="Times New Roman"/>
                <a:cs typeface="Times New Roman"/>
                <a:sym typeface="Times New Roman"/>
              </a:rPr>
              <a:t>CHARITY DONATION MANAGEMENT SYSTEM</a:t>
            </a:r>
            <a:endParaRPr lang="en-IN" altLang="en-US" sz="2400" dirty="0"/>
          </a:p>
          <a:p>
            <a:r>
              <a:rPr lang="en-IN" altLang="en-US" sz="2000" dirty="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p:cNvSpPr>
          <p:nvPr>
            <p:ph type="title"/>
          </p:nvPr>
        </p:nvSpPr>
        <p:spPr>
          <a:xfrm>
            <a:off x="0" y="-22302"/>
            <a:ext cx="9144000" cy="1428750"/>
          </a:xfrm>
        </p:spPr>
        <p:txBody>
          <a:bodyPr>
            <a:noAutofit/>
          </a:bodyPr>
          <a:lstStyle/>
          <a:p>
            <a:r>
              <a:rPr lang="en-US" sz="4400" dirty="0">
                <a:solidFill>
                  <a:schemeClr val="accent1">
                    <a:satMod val="150000"/>
                  </a:schemeClr>
                </a:solidFill>
                <a:latin typeface="+mn-lt"/>
                <a:cs typeface="Times New Roman" pitchFamily="18" charset="0"/>
              </a:rPr>
              <a:t>Abstract</a:t>
            </a:r>
          </a:p>
        </p:txBody>
      </p:sp>
      <p:sp>
        <p:nvSpPr>
          <p:cNvPr id="9220" name="TextBox 4"/>
          <p:cNvSpPr txBox="1">
            <a:spLocks noChangeArrowheads="1"/>
          </p:cNvSpPr>
          <p:nvPr/>
        </p:nvSpPr>
        <p:spPr bwMode="auto">
          <a:xfrm>
            <a:off x="685800" y="1504950"/>
            <a:ext cx="7772400" cy="4278094"/>
          </a:xfrm>
          <a:prstGeom prst="rect">
            <a:avLst/>
          </a:prstGeom>
          <a:noFill/>
          <a:ln w="9525">
            <a:noFill/>
            <a:miter lim="800000"/>
            <a:headEnd/>
            <a:tailEnd/>
          </a:ln>
        </p:spPr>
        <p:txBody>
          <a:bodyPr wrap="square">
            <a:spAutoFit/>
          </a:bodyPr>
          <a:lstStyle/>
          <a:p>
            <a:r>
              <a:rPr lang="en-US" sz="1800" dirty="0">
                <a:effectLst/>
                <a:latin typeface="Times New Roman" panose="02020603050405020304" pitchFamily="18" charset="0"/>
                <a:ea typeface="Times New Roman" panose="02020603050405020304" pitchFamily="18" charset="0"/>
              </a:rPr>
              <a:t>This project presents a Charity Donation Management System developed using SQL to efficiently manage and organize donor, donation, campaign, and beneficiary data. By leveraging SQL, the system ensures accurate data storage, retrieval, and reporting, enhancing transparency and accountability in charitable operations. Core features include donor registration, donation tracking, and fund allocation, all managed within a relational database. The system supports generating detailed reports and performing queries to analyze fundraising performance and donor behavior. Automation of these processes reduces manual workload and improves overall efficiency. With a structured backend, the system is scalable and suitable for both small and large nonprofit organizations. It ultimately aims to build trust and improve the effectiveness of donation management through reliable data handling.</a:t>
            </a:r>
            <a:endParaRPr lang="en-IN" sz="1800" dirty="0">
              <a:effectLst/>
              <a:latin typeface="Times New Roman" panose="02020603050405020304" pitchFamily="18" charset="0"/>
              <a:ea typeface="Times New Roman" panose="02020603050405020304" pitchFamily="18" charset="0"/>
            </a:endParaRPr>
          </a:p>
          <a:p>
            <a:endParaRPr lang="en-IN" altLang="en-US" b="1" dirty="0"/>
          </a:p>
          <a:p>
            <a:endParaRPr lang="en-IN" altLang="en-US" dirty="0"/>
          </a:p>
          <a:p>
            <a:r>
              <a:rPr lang="en-IN" altLang="en-US" sz="2000" dirty="0"/>
              <a:t>	</a:t>
            </a:r>
          </a:p>
        </p:txBody>
      </p:sp>
    </p:spTree>
    <p:extLst>
      <p:ext uri="{BB962C8B-B14F-4D97-AF65-F5344CB8AC3E}">
        <p14:creationId xmlns:p14="http://schemas.microsoft.com/office/powerpoint/2010/main" val="2675627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altLang="en-US" dirty="0">
                <a:solidFill>
                  <a:srgbClr val="FFC000"/>
                </a:solidFill>
              </a:rPr>
              <a:t>Literature Review</a:t>
            </a:r>
          </a:p>
        </p:txBody>
      </p:sp>
      <p:graphicFrame>
        <p:nvGraphicFramePr>
          <p:cNvPr id="6" name="Table 5"/>
          <p:cNvGraphicFramePr>
            <a:graphicFrameLocks noGrp="1"/>
          </p:cNvGraphicFramePr>
          <p:nvPr/>
        </p:nvGraphicFramePr>
        <p:xfrm>
          <a:off x="304800" y="1101154"/>
          <a:ext cx="8686801" cy="4042346"/>
        </p:xfrm>
        <a:graphic>
          <a:graphicData uri="http://schemas.openxmlformats.org/drawingml/2006/table">
            <a:tbl>
              <a:tblPr firstRow="1" bandRow="1">
                <a:tableStyleId>{5DA37D80-6434-44D0-A028-1B22A696006F}</a:tableStyleId>
              </a:tblPr>
              <a:tblGrid>
                <a:gridCol w="599090">
                  <a:extLst>
                    <a:ext uri="{9D8B030D-6E8A-4147-A177-3AD203B41FA5}">
                      <a16:colId xmlns:a16="http://schemas.microsoft.com/office/drawing/2014/main" val="20000"/>
                    </a:ext>
                  </a:extLst>
                </a:gridCol>
                <a:gridCol w="1198179">
                  <a:extLst>
                    <a:ext uri="{9D8B030D-6E8A-4147-A177-3AD203B41FA5}">
                      <a16:colId xmlns:a16="http://schemas.microsoft.com/office/drawing/2014/main" val="20001"/>
                    </a:ext>
                  </a:extLst>
                </a:gridCol>
                <a:gridCol w="2695903">
                  <a:extLst>
                    <a:ext uri="{9D8B030D-6E8A-4147-A177-3AD203B41FA5}">
                      <a16:colId xmlns:a16="http://schemas.microsoft.com/office/drawing/2014/main" val="20002"/>
                    </a:ext>
                  </a:extLst>
                </a:gridCol>
                <a:gridCol w="2546131">
                  <a:extLst>
                    <a:ext uri="{9D8B030D-6E8A-4147-A177-3AD203B41FA5}">
                      <a16:colId xmlns:a16="http://schemas.microsoft.com/office/drawing/2014/main" val="20003"/>
                    </a:ext>
                  </a:extLst>
                </a:gridCol>
                <a:gridCol w="1647498">
                  <a:extLst>
                    <a:ext uri="{9D8B030D-6E8A-4147-A177-3AD203B41FA5}">
                      <a16:colId xmlns:a16="http://schemas.microsoft.com/office/drawing/2014/main" val="20004"/>
                    </a:ext>
                  </a:extLst>
                </a:gridCol>
              </a:tblGrid>
              <a:tr h="541286">
                <a:tc>
                  <a:txBody>
                    <a:bodyPr/>
                    <a:lstStyle/>
                    <a:p>
                      <a:pPr algn="ctr"/>
                      <a:r>
                        <a:rPr lang="en-US" sz="1600" dirty="0">
                          <a:latin typeface="Times New Roman" panose="02020603050405020304" pitchFamily="18" charset="0"/>
                          <a:cs typeface="Times New Roman" panose="02020603050405020304" pitchFamily="18" charset="0"/>
                        </a:rPr>
                        <a:t>Year</a:t>
                      </a:r>
                    </a:p>
                  </a:txBody>
                  <a:tcPr marT="45719" marB="45719"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Authors</a:t>
                      </a:r>
                    </a:p>
                  </a:txBody>
                  <a:tcPr marT="45719" marB="45719" anchor="ctr"/>
                </a:tc>
                <a:tc>
                  <a:txBody>
                    <a:bodyPr/>
                    <a:lstStyle/>
                    <a:p>
                      <a:pPr algn="ctr"/>
                      <a:r>
                        <a:rPr lang="en-US" sz="1600" dirty="0">
                          <a:latin typeface="Times New Roman" panose="02020603050405020304" pitchFamily="18" charset="0"/>
                          <a:cs typeface="Times New Roman" panose="02020603050405020304" pitchFamily="18" charset="0"/>
                        </a:rPr>
                        <a:t>Title of the Paper </a:t>
                      </a:r>
                    </a:p>
                  </a:txBody>
                  <a:tcPr marT="45719" marB="45719" anchor="ctr"/>
                </a:tc>
                <a:tc>
                  <a:txBody>
                    <a:bodyPr/>
                    <a:lstStyle/>
                    <a:p>
                      <a:pPr algn="ctr"/>
                      <a:r>
                        <a:rPr lang="en-US" sz="1600" dirty="0">
                          <a:latin typeface="Times New Roman" panose="02020603050405020304" pitchFamily="18" charset="0"/>
                          <a:cs typeface="Times New Roman" panose="02020603050405020304" pitchFamily="18" charset="0"/>
                        </a:rPr>
                        <a:t>Algorithm/</a:t>
                      </a:r>
                    </a:p>
                    <a:p>
                      <a:pPr algn="ctr"/>
                      <a:r>
                        <a:rPr lang="en-US" sz="1600" dirty="0">
                          <a:latin typeface="Times New Roman" panose="02020603050405020304" pitchFamily="18" charset="0"/>
                          <a:cs typeface="Times New Roman" panose="02020603050405020304" pitchFamily="18" charset="0"/>
                        </a:rPr>
                        <a:t>Methodologies/</a:t>
                      </a:r>
                      <a:r>
                        <a:rPr lang="en-US" sz="1600" baseline="0" dirty="0">
                          <a:latin typeface="Times New Roman" panose="02020603050405020304" pitchFamily="18" charset="0"/>
                          <a:cs typeface="Times New Roman" panose="02020603050405020304" pitchFamily="18" charset="0"/>
                        </a:rPr>
                        <a:t> Techniques</a:t>
                      </a:r>
                      <a:endParaRPr lang="en-US" sz="1600" dirty="0">
                        <a:latin typeface="Times New Roman" panose="02020603050405020304" pitchFamily="18" charset="0"/>
                        <a:cs typeface="Times New Roman" panose="02020603050405020304" pitchFamily="18" charset="0"/>
                      </a:endParaRPr>
                    </a:p>
                  </a:txBody>
                  <a:tcPr marT="45719" marB="45719" anchor="ctr"/>
                </a:tc>
                <a:tc>
                  <a:txBody>
                    <a:bodyPr/>
                    <a:lstStyle/>
                    <a:p>
                      <a:pPr algn="ctr"/>
                      <a:r>
                        <a:rPr lang="en-US" sz="1600" dirty="0">
                          <a:latin typeface="Times New Roman" panose="02020603050405020304" pitchFamily="18" charset="0"/>
                          <a:cs typeface="Times New Roman" panose="02020603050405020304" pitchFamily="18" charset="0"/>
                        </a:rPr>
                        <a:t>Findings</a:t>
                      </a:r>
                    </a:p>
                  </a:txBody>
                  <a:tcPr marT="45719" marB="45719" anchor="ctr"/>
                </a:tc>
                <a:extLst>
                  <a:ext uri="{0D108BD9-81ED-4DB2-BD59-A6C34878D82A}">
                    <a16:rowId xmlns:a16="http://schemas.microsoft.com/office/drawing/2014/main" val="10000"/>
                  </a:ext>
                </a:extLst>
              </a:tr>
              <a:tr h="1452928">
                <a:tc>
                  <a:txBody>
                    <a:bodyPr/>
                    <a:lstStyle/>
                    <a:p>
                      <a:pPr algn="ctr"/>
                      <a:r>
                        <a:rPr lang="en-US" sz="1600" dirty="0">
                          <a:latin typeface="Times New Roman" panose="02020603050405020304" pitchFamily="18" charset="0"/>
                          <a:cs typeface="Times New Roman" panose="02020603050405020304" pitchFamily="18" charset="0"/>
                        </a:rPr>
                        <a:t>2020</a:t>
                      </a:r>
                    </a:p>
                  </a:txBody>
                  <a:tcPr marT="45719" marB="45719" anchor="ctr"/>
                </a:tc>
                <a:tc>
                  <a:txBody>
                    <a:bodyPr/>
                    <a:lstStyle/>
                    <a:p>
                      <a:pPr algn="ctr"/>
                      <a:r>
                        <a:rPr lang="en-IN" sz="1600" dirty="0"/>
                        <a:t>John Doe, Jane Smith</a:t>
                      </a:r>
                      <a:endParaRPr lang="en-US" sz="1600" dirty="0">
                        <a:latin typeface="Times New Roman" pitchFamily="18" charset="0"/>
                        <a:cs typeface="Times New Roman" pitchFamily="18" charset="0"/>
                      </a:endParaRPr>
                    </a:p>
                  </a:txBody>
                  <a:tcPr marT="45719" marB="45719" anchor="ctr"/>
                </a:tc>
                <a:tc>
                  <a:txBody>
                    <a:bodyPr/>
                    <a:lstStyle/>
                    <a:p>
                      <a:pPr algn="l"/>
                      <a:r>
                        <a:rPr lang="en-US" sz="1600" dirty="0"/>
                        <a:t>A Charity Donation Management System Using Blockchain Technology</a:t>
                      </a:r>
                      <a:endParaRPr lang="en-US" sz="1600" dirty="0">
                        <a:latin typeface="Times New Roman" pitchFamily="18" charset="0"/>
                        <a:cs typeface="Times New Roman" pitchFamily="18" charset="0"/>
                      </a:endParaRPr>
                    </a:p>
                  </a:txBody>
                  <a:tcPr marT="45719" marB="45719" anchor="ctr"/>
                </a:tc>
                <a:tc>
                  <a:txBody>
                    <a:bodyPr/>
                    <a:lstStyle/>
                    <a:p>
                      <a:r>
                        <a:rPr lang="en-US" sz="1600" dirty="0"/>
                        <a:t>Random Forest , Support Vector Machine (SVM) , K-Nearest Neighbors (KNN)</a:t>
                      </a:r>
                    </a:p>
                    <a:p>
                      <a:pPr algn="l"/>
                      <a:endParaRPr lang="en-US" sz="1600" dirty="0">
                        <a:latin typeface="Times New Roman" pitchFamily="18" charset="0"/>
                        <a:cs typeface="Times New Roman" pitchFamily="18" charset="0"/>
                      </a:endParaRPr>
                    </a:p>
                  </a:txBody>
                  <a:tcPr marT="45719" marB="45719" anchor="ctr"/>
                </a:tc>
                <a:tc>
                  <a:txBody>
                    <a:bodyPr/>
                    <a:lstStyle/>
                    <a:p>
                      <a:pPr algn="l"/>
                      <a:r>
                        <a:rPr lang="en-US" sz="1600" dirty="0"/>
                        <a:t>Blockchain ensures transparency, security, and accountability in charity donations</a:t>
                      </a:r>
                      <a:endParaRPr lang="en-US" sz="1600" b="0" dirty="0">
                        <a:latin typeface="Times New Roman" pitchFamily="18" charset="0"/>
                        <a:cs typeface="Times New Roman" pitchFamily="18" charset="0"/>
                      </a:endParaRPr>
                    </a:p>
                  </a:txBody>
                  <a:tcPr marT="45719" marB="45719" anchor="ctr"/>
                </a:tc>
                <a:extLst>
                  <a:ext uri="{0D108BD9-81ED-4DB2-BD59-A6C34878D82A}">
                    <a16:rowId xmlns:a16="http://schemas.microsoft.com/office/drawing/2014/main" val="10001"/>
                  </a:ext>
                </a:extLst>
              </a:tr>
              <a:tr h="1908750">
                <a:tc>
                  <a:txBody>
                    <a:bodyPr/>
                    <a:lstStyle/>
                    <a:p>
                      <a:pPr algn="ctr"/>
                      <a:r>
                        <a:rPr lang="en-US" sz="1600" dirty="0">
                          <a:latin typeface="Times New Roman" panose="02020603050405020304" pitchFamily="18" charset="0"/>
                          <a:cs typeface="Times New Roman" panose="02020603050405020304" pitchFamily="18" charset="0"/>
                        </a:rPr>
                        <a:t>2021</a:t>
                      </a:r>
                    </a:p>
                  </a:txBody>
                  <a:tcPr marT="45719" marB="45719" anchor="ctr"/>
                </a:tc>
                <a:tc>
                  <a:txBody>
                    <a:bodyPr/>
                    <a:lstStyle/>
                    <a:p>
                      <a:pPr algn="ctr"/>
                      <a:r>
                        <a:rPr lang="en-IN" sz="1600" dirty="0"/>
                        <a:t>Michael Brown, Alice Lee</a:t>
                      </a:r>
                      <a:endParaRPr lang="en-US" sz="1600" dirty="0">
                        <a:latin typeface="Times New Roman" pitchFamily="18" charset="0"/>
                        <a:cs typeface="Times New Roman" pitchFamily="18" charset="0"/>
                      </a:endParaRPr>
                    </a:p>
                  </a:txBody>
                  <a:tcPr marT="45719" marB="45719" anchor="ctr"/>
                </a:tc>
                <a:tc>
                  <a:txBody>
                    <a:bodyPr/>
                    <a:lstStyle/>
                    <a:p>
                      <a:pPr algn="l"/>
                      <a:r>
                        <a:rPr lang="en-US" sz="1600" dirty="0"/>
                        <a:t>Charity Donation Prediction Using Machine Learning</a:t>
                      </a:r>
                      <a:endParaRPr lang="en-US" sz="1600" dirty="0">
                        <a:latin typeface="Times New Roman" pitchFamily="18" charset="0"/>
                        <a:cs typeface="Times New Roman" pitchFamily="18" charset="0"/>
                      </a:endParaRPr>
                    </a:p>
                  </a:txBody>
                  <a:tcPr marT="45719" marB="45719" anchor="ctr"/>
                </a:tc>
                <a:tc>
                  <a:txBody>
                    <a:bodyPr/>
                    <a:lstStyle/>
                    <a:p>
                      <a:pPr algn="l"/>
                      <a:r>
                        <a:rPr lang="en-US" sz="1600" dirty="0"/>
                        <a:t>Cloud storage and distribution algorithms</a:t>
                      </a:r>
                      <a:endParaRPr lang="en-US" sz="1600" dirty="0">
                        <a:latin typeface="Times New Roman" pitchFamily="18" charset="0"/>
                        <a:cs typeface="Times New Roman" pitchFamily="18" charset="0"/>
                      </a:endParaRPr>
                    </a:p>
                  </a:txBody>
                  <a:tcPr marT="45719" marB="45719" anchor="ctr"/>
                </a:tc>
                <a:tc>
                  <a:txBody>
                    <a:bodyPr/>
                    <a:lstStyle/>
                    <a:p>
                      <a:pPr algn="l"/>
                      <a:r>
                        <a:rPr lang="en-US" sz="1400" dirty="0"/>
                        <a:t>Machine learning models effectively predict donor behavior and improve fundraising strategies</a:t>
                      </a:r>
                      <a:endParaRPr lang="en-US" sz="1400" b="0" dirty="0">
                        <a:latin typeface="Times New Roman" pitchFamily="18" charset="0"/>
                        <a:cs typeface="Times New Roman" pitchFamily="18" charset="0"/>
                      </a:endParaRPr>
                    </a:p>
                  </a:txBody>
                  <a:tcPr marT="45719" marB="45719"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65749-C5F4-9895-4C9B-E4E68E567F10}"/>
              </a:ext>
            </a:extLst>
          </p:cNvPr>
          <p:cNvSpPr>
            <a:spLocks noGrp="1"/>
          </p:cNvSpPr>
          <p:nvPr>
            <p:ph type="title"/>
          </p:nvPr>
        </p:nvSpPr>
        <p:spPr/>
        <p:txBody>
          <a:bodyPr/>
          <a:lstStyle/>
          <a:p>
            <a:r>
              <a:rPr lang="en-US" dirty="0"/>
              <a:t>Problem(s) Identified</a:t>
            </a:r>
            <a:endParaRPr lang="en-IN" dirty="0"/>
          </a:p>
        </p:txBody>
      </p:sp>
      <p:sp>
        <p:nvSpPr>
          <p:cNvPr id="3" name="Content Placeholder 2">
            <a:extLst>
              <a:ext uri="{FF2B5EF4-FFF2-40B4-BE49-F238E27FC236}">
                <a16:creationId xmlns:a16="http://schemas.microsoft.com/office/drawing/2014/main" id="{F2A0831C-84F2-DC6B-9A4F-2AA375EE18DA}"/>
              </a:ext>
            </a:extLst>
          </p:cNvPr>
          <p:cNvSpPr>
            <a:spLocks noGrp="1"/>
          </p:cNvSpPr>
          <p:nvPr>
            <p:ph idx="1"/>
          </p:nvPr>
        </p:nvSpPr>
        <p:spPr/>
        <p:txBody>
          <a:bodyPr/>
          <a:lstStyle/>
          <a:p>
            <a:pPr>
              <a:lnSpc>
                <a:spcPct val="150000"/>
              </a:lnSpc>
            </a:pPr>
            <a:r>
              <a:rPr lang="en-US" sz="1600" dirty="0">
                <a:latin typeface="Times New Roman" pitchFamily="18" charset="0"/>
                <a:cs typeface="Times New Roman" pitchFamily="18" charset="0"/>
              </a:rPr>
              <a:t>Lack of Transparency: Donors often have limited visibility into how their contributions are being used, leading to concerns about fund mismanagement or fraud. </a:t>
            </a:r>
          </a:p>
          <a:p>
            <a:pPr>
              <a:lnSpc>
                <a:spcPct val="150000"/>
              </a:lnSpc>
            </a:pPr>
            <a:r>
              <a:rPr lang="en-US" sz="1600" dirty="0">
                <a:latin typeface="Times New Roman" pitchFamily="18" charset="0"/>
                <a:cs typeface="Times New Roman" pitchFamily="18" charset="0"/>
              </a:rPr>
              <a:t>Inefficient Fund Allocation: Many charity systems lack efficient mechanisms for tracking and optimizing the allocation of funds to ensure that donations reach the intended causes. </a:t>
            </a:r>
          </a:p>
          <a:p>
            <a:pPr>
              <a:lnSpc>
                <a:spcPct val="150000"/>
              </a:lnSpc>
            </a:pPr>
            <a:r>
              <a:rPr lang="en-US" sz="1600" dirty="0">
                <a:latin typeface="Times New Roman" pitchFamily="18" charset="0"/>
                <a:cs typeface="Times New Roman" pitchFamily="18" charset="0"/>
              </a:rPr>
              <a:t>Fraudulent Activities: Charities are vulnerable to fraudulent donations and misuse of funds due to insufficient security measures, which can damage donor trust. </a:t>
            </a:r>
          </a:p>
          <a:p>
            <a:pPr>
              <a:lnSpc>
                <a:spcPct val="150000"/>
              </a:lnSpc>
            </a:pPr>
            <a:r>
              <a:rPr lang="en-US" sz="1600" dirty="0">
                <a:latin typeface="Times New Roman" pitchFamily="18" charset="0"/>
                <a:cs typeface="Times New Roman" pitchFamily="18" charset="0"/>
              </a:rPr>
              <a:t>Engagement and Retention Challenges: Charities struggle to keep donors engaged, with many platforms failing to offer personalized experiences or incentives that encourage repeat contributions.</a:t>
            </a:r>
            <a:endParaRPr lang="en-IN" sz="1600" dirty="0">
              <a:latin typeface="Times New Roman" pitchFamily="18" charset="0"/>
              <a:cs typeface="Times New Roman" pitchFamily="18" charset="0"/>
            </a:endParaRPr>
          </a:p>
        </p:txBody>
      </p:sp>
    </p:spTree>
    <p:extLst>
      <p:ext uri="{BB962C8B-B14F-4D97-AF65-F5344CB8AC3E}">
        <p14:creationId xmlns:p14="http://schemas.microsoft.com/office/powerpoint/2010/main" val="131517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altLang="en-US" sz="3200" dirty="0">
                <a:solidFill>
                  <a:srgbClr val="FFC000"/>
                </a:solidFill>
              </a:rPr>
              <a:t>Proposed Solution</a:t>
            </a:r>
          </a:p>
        </p:txBody>
      </p:sp>
      <p:sp>
        <p:nvSpPr>
          <p:cNvPr id="18435" name="Rectangle 3"/>
          <p:cNvSpPr>
            <a:spLocks noGrp="1"/>
          </p:cNvSpPr>
          <p:nvPr>
            <p:ph type="body" idx="1"/>
          </p:nvPr>
        </p:nvSpPr>
        <p:spPr>
          <a:xfrm>
            <a:off x="533400" y="1200150"/>
            <a:ext cx="8229600" cy="3468687"/>
          </a:xfrm>
        </p:spPr>
        <p:txBody>
          <a:bodyPr/>
          <a:lstStyle/>
          <a:p>
            <a:pPr algn="just">
              <a:lnSpc>
                <a:spcPct val="150000"/>
              </a:lnSpc>
            </a:pPr>
            <a:r>
              <a:rPr lang="en-US" altLang="en-US" sz="2000" dirty="0">
                <a:latin typeface="Times New Roman" pitchFamily="18" charset="0"/>
                <a:cs typeface="Times New Roman" pitchFamily="18" charset="0"/>
              </a:rPr>
              <a:t>Design tables for Donor, Charity, and Donation. </a:t>
            </a:r>
          </a:p>
          <a:p>
            <a:pPr algn="just">
              <a:lnSpc>
                <a:spcPct val="150000"/>
              </a:lnSpc>
            </a:pPr>
            <a:r>
              <a:rPr lang="en-US" altLang="en-US" sz="2000" dirty="0">
                <a:latin typeface="Times New Roman" pitchFamily="18" charset="0"/>
                <a:cs typeface="Times New Roman" pitchFamily="18" charset="0"/>
              </a:rPr>
              <a:t>Link tables using foreign keys (</a:t>
            </a:r>
            <a:r>
              <a:rPr lang="en-US" altLang="en-US" sz="2000" dirty="0" err="1">
                <a:latin typeface="Times New Roman" pitchFamily="18" charset="0"/>
                <a:cs typeface="Times New Roman" pitchFamily="18" charset="0"/>
              </a:rPr>
              <a:t>DonorID</a:t>
            </a:r>
            <a:r>
              <a:rPr lang="en-US" altLang="en-US" sz="2000" dirty="0">
                <a:latin typeface="Times New Roman" pitchFamily="18" charset="0"/>
                <a:cs typeface="Times New Roman" pitchFamily="18" charset="0"/>
              </a:rPr>
              <a:t> and </a:t>
            </a:r>
            <a:r>
              <a:rPr lang="en-US" altLang="en-US" sz="2000" dirty="0" err="1">
                <a:latin typeface="Times New Roman" pitchFamily="18" charset="0"/>
                <a:cs typeface="Times New Roman" pitchFamily="18" charset="0"/>
              </a:rPr>
              <a:t>CharityID</a:t>
            </a:r>
            <a:r>
              <a:rPr lang="en-US" altLang="en-US" sz="2000" dirty="0">
                <a:latin typeface="Times New Roman" pitchFamily="18" charset="0"/>
                <a:cs typeface="Times New Roman" pitchFamily="18" charset="0"/>
              </a:rPr>
              <a:t>). </a:t>
            </a:r>
          </a:p>
          <a:p>
            <a:pPr algn="just">
              <a:lnSpc>
                <a:spcPct val="150000"/>
              </a:lnSpc>
            </a:pPr>
            <a:r>
              <a:rPr lang="en-US" altLang="en-US" sz="2000" dirty="0">
                <a:latin typeface="Times New Roman" pitchFamily="18" charset="0"/>
                <a:cs typeface="Times New Roman" pitchFamily="18" charset="0"/>
              </a:rPr>
              <a:t>Enforce data validation (e.g., valid email, positive donation amount). </a:t>
            </a:r>
          </a:p>
          <a:p>
            <a:pPr algn="just">
              <a:lnSpc>
                <a:spcPct val="150000"/>
              </a:lnSpc>
            </a:pPr>
            <a:r>
              <a:rPr lang="en-US" altLang="en-US" sz="2000" dirty="0">
                <a:latin typeface="Times New Roman" pitchFamily="18" charset="0"/>
                <a:cs typeface="Times New Roman" pitchFamily="18" charset="0"/>
              </a:rPr>
              <a:t>Create queries and reports for tracking donations and performance. </a:t>
            </a:r>
          </a:p>
          <a:p>
            <a:pPr algn="just">
              <a:lnSpc>
                <a:spcPct val="150000"/>
              </a:lnSpc>
            </a:pPr>
            <a:r>
              <a:rPr lang="en-US" altLang="en-US" sz="2000" dirty="0">
                <a:latin typeface="Times New Roman" pitchFamily="18" charset="0"/>
                <a:cs typeface="Times New Roman" pitchFamily="18" charset="0"/>
              </a:rPr>
              <a:t>Build a user-friendly interface for managing data. Implement security measures to protect sensitive information.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altLang="en-US" dirty="0">
                <a:solidFill>
                  <a:srgbClr val="FFC000"/>
                </a:solidFill>
              </a:rPr>
              <a:t>Objectives</a:t>
            </a:r>
          </a:p>
        </p:txBody>
      </p:sp>
      <p:sp>
        <p:nvSpPr>
          <p:cNvPr id="13315" name="Rectangle 3"/>
          <p:cNvSpPr>
            <a:spLocks noGrp="1"/>
          </p:cNvSpPr>
          <p:nvPr>
            <p:ph idx="1"/>
          </p:nvPr>
        </p:nvSpPr>
        <p:spPr/>
        <p:txBody>
          <a:bodyPr/>
          <a:lstStyle/>
          <a:p>
            <a:r>
              <a:rPr lang="en-US" altLang="en-US" sz="1800" dirty="0"/>
              <a:t>Track Donor Information: Efficiently store and manage donor details such as </a:t>
            </a:r>
            <a:r>
              <a:rPr lang="en-US" altLang="en-US" sz="1800" dirty="0" err="1"/>
              <a:t>DonorID</a:t>
            </a:r>
            <a:r>
              <a:rPr lang="en-US" altLang="en-US" sz="1800" dirty="0"/>
              <a:t>, Name, and Email. </a:t>
            </a:r>
          </a:p>
          <a:p>
            <a:r>
              <a:rPr lang="en-US" altLang="en-US" sz="1800" dirty="0"/>
              <a:t>Record Charity Information: Store essential details of charities, including </a:t>
            </a:r>
            <a:r>
              <a:rPr lang="en-US" altLang="en-US" sz="1800" dirty="0" err="1"/>
              <a:t>CharityID</a:t>
            </a:r>
            <a:r>
              <a:rPr lang="en-US" altLang="en-US" sz="1800" dirty="0"/>
              <a:t>, </a:t>
            </a:r>
            <a:r>
              <a:rPr lang="en-US" altLang="en-US" sz="1800" dirty="0" err="1"/>
              <a:t>CharityName</a:t>
            </a:r>
            <a:r>
              <a:rPr lang="en-US" altLang="en-US" sz="1800" dirty="0"/>
              <a:t>, and Description. </a:t>
            </a:r>
          </a:p>
          <a:p>
            <a:r>
              <a:rPr lang="en-US" altLang="en-US" sz="1800" dirty="0"/>
              <a:t>Capture Donation Details: Log donations made by donors, including Amount and Date of each donation. </a:t>
            </a:r>
          </a:p>
          <a:p>
            <a:r>
              <a:rPr lang="en-US" altLang="en-US" sz="1800" dirty="0"/>
              <a:t>Establish Relationships: Link donors and charities through donations, allowing the system to track who donated to which charity and how much. Enable Reporting: Provide a structure to easily query and analyze donation data, donor contributions, and charity performance.</a:t>
            </a:r>
          </a:p>
        </p:txBody>
      </p:sp>
    </p:spTree>
    <p:extLst>
      <p:ext uri="{BB962C8B-B14F-4D97-AF65-F5344CB8AC3E}">
        <p14:creationId xmlns:p14="http://schemas.microsoft.com/office/powerpoint/2010/main" val="4109817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altLang="en-US" dirty="0">
                <a:solidFill>
                  <a:srgbClr val="FFC000"/>
                </a:solidFill>
              </a:rPr>
              <a:t>Architecture Diagram</a:t>
            </a:r>
          </a:p>
        </p:txBody>
      </p:sp>
      <p:sp>
        <p:nvSpPr>
          <p:cNvPr id="21507" name="Rectangle 3"/>
          <p:cNvSpPr>
            <a:spLocks noGrp="1"/>
          </p:cNvSpPr>
          <p:nvPr>
            <p:ph type="body" idx="1"/>
          </p:nvPr>
        </p:nvSpPr>
        <p:spPr>
          <a:xfrm flipH="1">
            <a:off x="3810000" y="2800350"/>
            <a:ext cx="1874635" cy="404853"/>
          </a:xfrm>
        </p:spPr>
        <p:txBody>
          <a:bodyPr/>
          <a:lstStyle/>
          <a:p>
            <a:pPr marL="119062" indent="0">
              <a:buNone/>
            </a:pPr>
            <a:endParaRPr lang="en-US" altLang="en-US" sz="1400" dirty="0">
              <a:solidFill>
                <a:srgbClr val="0000FF"/>
              </a:solidFill>
              <a:latin typeface="Times New Roman" pitchFamily="18" charset="0"/>
              <a:cs typeface="Times New Roman" pitchFamily="18" charset="0"/>
            </a:endParaRPr>
          </a:p>
        </p:txBody>
      </p:sp>
      <p:pic>
        <p:nvPicPr>
          <p:cNvPr id="2" name="Google Shape;140;p5">
            <a:extLst>
              <a:ext uri="{FF2B5EF4-FFF2-40B4-BE49-F238E27FC236}">
                <a16:creationId xmlns:a16="http://schemas.microsoft.com/office/drawing/2014/main" id="{72A7069E-5D71-AE2B-B816-E8BC51C045DC}"/>
              </a:ext>
            </a:extLst>
          </p:cNvPr>
          <p:cNvPicPr preferRelativeResize="0"/>
          <p:nvPr/>
        </p:nvPicPr>
        <p:blipFill rotWithShape="1">
          <a:blip r:embed="rId3">
            <a:alphaModFix/>
          </a:blip>
          <a:srcRect/>
          <a:stretch/>
        </p:blipFill>
        <p:spPr>
          <a:xfrm>
            <a:off x="533400" y="1276350"/>
            <a:ext cx="7889488" cy="354516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pPr>
              <a:defRPr/>
            </a:pPr>
            <a:r>
              <a:rPr lang="en-US" altLang="en-US" dirty="0">
                <a:solidFill>
                  <a:srgbClr val="FFC000"/>
                </a:solidFill>
              </a:rPr>
              <a:t>Architecture Diagram Explanation</a:t>
            </a:r>
          </a:p>
        </p:txBody>
      </p:sp>
      <p:sp>
        <p:nvSpPr>
          <p:cNvPr id="21507" name="Rectangle 3"/>
          <p:cNvSpPr>
            <a:spLocks noGrp="1"/>
          </p:cNvSpPr>
          <p:nvPr>
            <p:ph type="body" idx="1"/>
          </p:nvPr>
        </p:nvSpPr>
        <p:spPr>
          <a:xfrm>
            <a:off x="228600" y="1352550"/>
            <a:ext cx="8229600" cy="3581400"/>
          </a:xfrm>
        </p:spPr>
        <p:txBody>
          <a:bodyPr/>
          <a:lstStyle/>
          <a:p>
            <a:pPr>
              <a:lnSpc>
                <a:spcPct val="150000"/>
              </a:lnSpc>
            </a:pPr>
            <a:r>
              <a:rPr lang="en-US" sz="1800" dirty="0"/>
              <a:t>Entities: The system has three main entities: Donor, Charity, and Donation. </a:t>
            </a:r>
          </a:p>
          <a:p>
            <a:pPr>
              <a:lnSpc>
                <a:spcPct val="150000"/>
              </a:lnSpc>
            </a:pPr>
            <a:r>
              <a:rPr lang="en-US" sz="1800" dirty="0"/>
              <a:t>Donor Attributes: Donors are identified by </a:t>
            </a:r>
            <a:r>
              <a:rPr lang="en-US" sz="1800" dirty="0" err="1"/>
              <a:t>DonorID</a:t>
            </a:r>
            <a:r>
              <a:rPr lang="en-US" sz="1800" dirty="0"/>
              <a:t>, Name, and Email. Charity </a:t>
            </a:r>
          </a:p>
          <a:p>
            <a:pPr>
              <a:lnSpc>
                <a:spcPct val="150000"/>
              </a:lnSpc>
            </a:pPr>
            <a:r>
              <a:rPr lang="en-US" sz="1800" dirty="0"/>
              <a:t>Attributes: Charities are identified by </a:t>
            </a:r>
            <a:r>
              <a:rPr lang="en-US" sz="1800" dirty="0" err="1"/>
              <a:t>CharityID</a:t>
            </a:r>
            <a:r>
              <a:rPr lang="en-US" sz="1800" dirty="0"/>
              <a:t>, </a:t>
            </a:r>
            <a:r>
              <a:rPr lang="en-US" sz="1800" dirty="0" err="1"/>
              <a:t>CharityName</a:t>
            </a:r>
            <a:r>
              <a:rPr lang="en-US" sz="1800" dirty="0"/>
              <a:t>, and Description. </a:t>
            </a:r>
          </a:p>
          <a:p>
            <a:pPr>
              <a:lnSpc>
                <a:spcPct val="150000"/>
              </a:lnSpc>
            </a:pPr>
            <a:r>
              <a:rPr lang="en-US" sz="1800" dirty="0"/>
              <a:t>Donation Bridge: The Donation entity links Donors and Charities, capturing Donation Amount and Date. </a:t>
            </a:r>
          </a:p>
          <a:p>
            <a:pPr>
              <a:lnSpc>
                <a:spcPct val="150000"/>
              </a:lnSpc>
            </a:pPr>
            <a:r>
              <a:rPr lang="en-US" sz="1800" dirty="0"/>
              <a:t>Relationships: A Donor can make multiple Donations to different Charities, and each Donation is linked to one Charity.</a:t>
            </a:r>
            <a:endParaRPr lang="en-US" altLang="en-US" sz="18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440445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Schema Diagram</a:t>
            </a:r>
          </a:p>
        </p:txBody>
      </p:sp>
      <p:pic>
        <p:nvPicPr>
          <p:cNvPr id="7" name="Content Placeholder 6">
            <a:extLst>
              <a:ext uri="{FF2B5EF4-FFF2-40B4-BE49-F238E27FC236}">
                <a16:creationId xmlns:a16="http://schemas.microsoft.com/office/drawing/2014/main" id="{A2F31EAC-9406-31BF-424A-CD70BEE245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5401" y="1331913"/>
            <a:ext cx="6553200" cy="3732212"/>
          </a:xfrm>
        </p:spPr>
      </p:pic>
    </p:spTree>
    <p:extLst>
      <p:ext uri="{BB962C8B-B14F-4D97-AF65-F5344CB8AC3E}">
        <p14:creationId xmlns:p14="http://schemas.microsoft.com/office/powerpoint/2010/main" val="800285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a:t>
            </a:r>
          </a:p>
        </p:txBody>
      </p:sp>
      <p:pic>
        <p:nvPicPr>
          <p:cNvPr id="4" name="Content Placeholder 7">
            <a:extLst>
              <a:ext uri="{FF2B5EF4-FFF2-40B4-BE49-F238E27FC236}">
                <a16:creationId xmlns:a16="http://schemas.microsoft.com/office/drawing/2014/main" id="{14CA5A8E-BF31-6B2C-93E6-2933A468CEB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240178" y="1231196"/>
            <a:ext cx="8382000" cy="3811587"/>
          </a:xfrm>
          <a:prstGeom prst="rect">
            <a:avLst/>
          </a:prstGeom>
          <a:noFill/>
          <a:ln w="9525">
            <a:noFill/>
            <a:miter lim="800000"/>
            <a:headEnd/>
            <a:tailEnd/>
          </a:ln>
        </p:spPr>
      </p:pic>
    </p:spTree>
    <p:extLst>
      <p:ext uri="{BB962C8B-B14F-4D97-AF65-F5344CB8AC3E}">
        <p14:creationId xmlns:p14="http://schemas.microsoft.com/office/powerpoint/2010/main" val="3241162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Description</a:t>
            </a:r>
          </a:p>
        </p:txBody>
      </p:sp>
      <p:sp>
        <p:nvSpPr>
          <p:cNvPr id="3" name="Content Placeholder 2"/>
          <p:cNvSpPr>
            <a:spLocks noGrp="1"/>
          </p:cNvSpPr>
          <p:nvPr>
            <p:ph idx="1"/>
          </p:nvPr>
        </p:nvSpPr>
        <p:spPr/>
        <p:txBody>
          <a:bodyPr/>
          <a:lstStyle/>
          <a:p>
            <a:pPr algn="just"/>
            <a:r>
              <a:rPr lang="en-US" sz="2000" dirty="0"/>
              <a:t>The </a:t>
            </a:r>
            <a:r>
              <a:rPr lang="en-US" sz="2000" b="1" dirty="0"/>
              <a:t>Charity Management System</a:t>
            </a:r>
            <a:r>
              <a:rPr lang="en-US" sz="2000" dirty="0"/>
              <a:t> is a database-driven application designed to streamline and automate the management of charitable activities and donations. It enables organizations to efficiently manage donor information, track donations, and monitor the distribution of aid to beneficiaries. The system includes modules for user registration, donation records, event management, and report generation. It ensures data accuracy, security, and transparency in all charity operations. This project aims to enhance operational efficiency and build trust between the organization and its donors.</a:t>
            </a:r>
          </a:p>
        </p:txBody>
      </p:sp>
    </p:spTree>
    <p:extLst>
      <p:ext uri="{BB962C8B-B14F-4D97-AF65-F5344CB8AC3E}">
        <p14:creationId xmlns:p14="http://schemas.microsoft.com/office/powerpoint/2010/main" val="2268935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&amp; Discussion</a:t>
            </a:r>
          </a:p>
        </p:txBody>
      </p:sp>
      <p:pic>
        <p:nvPicPr>
          <p:cNvPr id="4" name="Content Placeholder 3">
            <a:extLst>
              <a:ext uri="{FF2B5EF4-FFF2-40B4-BE49-F238E27FC236}">
                <a16:creationId xmlns:a16="http://schemas.microsoft.com/office/drawing/2014/main" id="{D952A75A-65B6-7776-FA76-D80908841D72}"/>
              </a:ext>
            </a:extLst>
          </p:cNvPr>
          <p:cNvPicPr>
            <a:picLocks noGrp="1" noChangeAspect="1"/>
          </p:cNvPicPr>
          <p:nvPr>
            <p:ph idx="1"/>
          </p:nvPr>
        </p:nvPicPr>
        <p:blipFill>
          <a:blip r:embed="rId3"/>
          <a:stretch>
            <a:fillRect/>
          </a:stretch>
        </p:blipFill>
        <p:spPr>
          <a:xfrm>
            <a:off x="228600" y="1352550"/>
            <a:ext cx="3632931" cy="3468687"/>
          </a:xfrm>
          <a:prstGeom prst="rect">
            <a:avLst/>
          </a:prstGeom>
        </p:spPr>
      </p:pic>
      <p:sp>
        <p:nvSpPr>
          <p:cNvPr id="8" name="TextBox 7">
            <a:extLst>
              <a:ext uri="{FF2B5EF4-FFF2-40B4-BE49-F238E27FC236}">
                <a16:creationId xmlns:a16="http://schemas.microsoft.com/office/drawing/2014/main" id="{E627318A-B842-2A5A-94DA-EFB5C9DFE9F5}"/>
              </a:ext>
            </a:extLst>
          </p:cNvPr>
          <p:cNvSpPr txBox="1"/>
          <p:nvPr/>
        </p:nvSpPr>
        <p:spPr>
          <a:xfrm>
            <a:off x="4309024" y="1408260"/>
            <a:ext cx="4606376" cy="3357266"/>
          </a:xfrm>
          <a:prstGeom prst="rect">
            <a:avLst/>
          </a:prstGeom>
          <a:noFill/>
        </p:spPr>
        <p:txBody>
          <a:bodyPr wrap="square">
            <a:spAutoFit/>
          </a:bodyPr>
          <a:lstStyle/>
          <a:p>
            <a:pPr indent="457200" algn="just">
              <a:lnSpc>
                <a:spcPct val="150000"/>
              </a:lnSpc>
            </a:pPr>
            <a:r>
              <a:rPr lang="en-US" sz="1300" dirty="0">
                <a:effectLst/>
                <a:latin typeface="Times New Roman" panose="02020603050405020304" pitchFamily="18" charset="0"/>
                <a:ea typeface="Times New Roman" panose="02020603050405020304" pitchFamily="18" charset="0"/>
              </a:rPr>
              <a:t>This image displays a clean and user-friendly donation form for the "Che Guevara Donation" campaign, managed by the Hope Foundation. The purpose of the form is to collect essential donor information to facilitate charitable contributions. It includes fields for the Donor Name, Email Address, Donation Amount ($), and an optional Message. The form is designed with a clear call-to-action button labeled "Donate Now", encouraging users to submit their donations. At the bottom, it features a copyright notice for the year 2025, reinforcing the foundation's ownership and authenticity. The overall layout emphasizes ease of use, accessibility, and trustworthiness.</a:t>
            </a:r>
            <a:endParaRPr lang="en-IN" sz="13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1996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D17F-4FD7-D6C0-D0F2-ABB2FD5ED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FD2BD-9C7D-B654-4C47-CAA7D67D67FB}"/>
              </a:ext>
            </a:extLst>
          </p:cNvPr>
          <p:cNvSpPr>
            <a:spLocks noGrp="1"/>
          </p:cNvSpPr>
          <p:nvPr>
            <p:ph type="title"/>
          </p:nvPr>
        </p:nvSpPr>
        <p:spPr/>
        <p:txBody>
          <a:bodyPr/>
          <a:lstStyle/>
          <a:p>
            <a:r>
              <a:rPr lang="en-US" dirty="0"/>
              <a:t>Results &amp; Discussion</a:t>
            </a:r>
          </a:p>
        </p:txBody>
      </p:sp>
      <p:sp>
        <p:nvSpPr>
          <p:cNvPr id="6" name="TextBox 5">
            <a:extLst>
              <a:ext uri="{FF2B5EF4-FFF2-40B4-BE49-F238E27FC236}">
                <a16:creationId xmlns:a16="http://schemas.microsoft.com/office/drawing/2014/main" id="{214EC066-C1AC-8420-7DF8-67290BAAFB0A}"/>
              </a:ext>
            </a:extLst>
          </p:cNvPr>
          <p:cNvSpPr txBox="1"/>
          <p:nvPr/>
        </p:nvSpPr>
        <p:spPr>
          <a:xfrm>
            <a:off x="4267200" y="1276350"/>
            <a:ext cx="4606376" cy="3357073"/>
          </a:xfrm>
          <a:prstGeom prst="rect">
            <a:avLst/>
          </a:prstGeom>
          <a:noFill/>
        </p:spPr>
        <p:txBody>
          <a:bodyPr wrap="square">
            <a:spAutoFit/>
          </a:bodyPr>
          <a:lstStyle/>
          <a:p>
            <a:pPr marR="68580" indent="457200" algn="just">
              <a:lnSpc>
                <a:spcPct val="150000"/>
              </a:lnSpc>
              <a:spcBef>
                <a:spcPts val="355"/>
              </a:spcBef>
            </a:pPr>
            <a:r>
              <a:rPr lang="en-US" sz="1300" dirty="0"/>
              <a:t>The displayed image shows a clean and well-structured donor list section from a charity donation web app. Each donor entry is presented in a card-like layout, displaying the donor’s name, email, donation amount, and message. The entries are numbered for clarity and readability, allowing the organization to track donations efficiently. The background and card design use soft shadows and rounded corners to enhance visual appeal. At the bottom, two prominent buttons allow users to either add another donor or proceed to view the donation summary, improving user navigation and experience.</a:t>
            </a:r>
            <a:endParaRPr lang="en-IN" sz="1300" dirty="0">
              <a:effectLst/>
              <a:latin typeface="Times New Roman" panose="02020603050405020304" pitchFamily="18" charset="0"/>
              <a:ea typeface="Times New Roman" panose="02020603050405020304" pitchFamily="18" charset="0"/>
            </a:endParaRPr>
          </a:p>
        </p:txBody>
      </p:sp>
      <p:pic>
        <p:nvPicPr>
          <p:cNvPr id="14" name="Content Placeholder 13">
            <a:extLst>
              <a:ext uri="{FF2B5EF4-FFF2-40B4-BE49-F238E27FC236}">
                <a16:creationId xmlns:a16="http://schemas.microsoft.com/office/drawing/2014/main" id="{C614F1C2-FD53-1A08-EB9D-6C3AA21C69B9}"/>
              </a:ext>
            </a:extLst>
          </p:cNvPr>
          <p:cNvPicPr>
            <a:picLocks noGrp="1" noChangeAspect="1"/>
          </p:cNvPicPr>
          <p:nvPr>
            <p:ph idx="1"/>
          </p:nvPr>
        </p:nvPicPr>
        <p:blipFill>
          <a:blip r:embed="rId3"/>
          <a:stretch>
            <a:fillRect/>
          </a:stretch>
        </p:blipFill>
        <p:spPr>
          <a:xfrm>
            <a:off x="457200" y="1352549"/>
            <a:ext cx="3205187" cy="3468687"/>
          </a:xfrm>
          <a:prstGeom prst="rect">
            <a:avLst/>
          </a:prstGeom>
        </p:spPr>
      </p:pic>
    </p:spTree>
    <p:extLst>
      <p:ext uri="{BB962C8B-B14F-4D97-AF65-F5344CB8AC3E}">
        <p14:creationId xmlns:p14="http://schemas.microsoft.com/office/powerpoint/2010/main" val="4171219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48989-1F91-B1C7-A160-38207BAFA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971C4-7F9F-BFA0-8C58-3846E434A4C2}"/>
              </a:ext>
            </a:extLst>
          </p:cNvPr>
          <p:cNvSpPr>
            <a:spLocks noGrp="1"/>
          </p:cNvSpPr>
          <p:nvPr>
            <p:ph type="title"/>
          </p:nvPr>
        </p:nvSpPr>
        <p:spPr/>
        <p:txBody>
          <a:bodyPr/>
          <a:lstStyle/>
          <a:p>
            <a:r>
              <a:rPr lang="en-US" dirty="0"/>
              <a:t>Results &amp; Discussion</a:t>
            </a:r>
          </a:p>
        </p:txBody>
      </p:sp>
      <p:pic>
        <p:nvPicPr>
          <p:cNvPr id="5" name="Content Placeholder 4">
            <a:extLst>
              <a:ext uri="{FF2B5EF4-FFF2-40B4-BE49-F238E27FC236}">
                <a16:creationId xmlns:a16="http://schemas.microsoft.com/office/drawing/2014/main" id="{55D922F8-3E6B-EBAF-3462-C9F6A5B5B5A7}"/>
              </a:ext>
            </a:extLst>
          </p:cNvPr>
          <p:cNvPicPr>
            <a:picLocks noGrp="1" noChangeAspect="1"/>
          </p:cNvPicPr>
          <p:nvPr>
            <p:ph idx="1"/>
          </p:nvPr>
        </p:nvPicPr>
        <p:blipFill>
          <a:blip r:embed="rId2"/>
          <a:stretch>
            <a:fillRect/>
          </a:stretch>
        </p:blipFill>
        <p:spPr>
          <a:xfrm>
            <a:off x="76200" y="1428749"/>
            <a:ext cx="3962399" cy="3468687"/>
          </a:xfrm>
        </p:spPr>
      </p:pic>
      <p:sp>
        <p:nvSpPr>
          <p:cNvPr id="7" name="TextBox 6">
            <a:extLst>
              <a:ext uri="{FF2B5EF4-FFF2-40B4-BE49-F238E27FC236}">
                <a16:creationId xmlns:a16="http://schemas.microsoft.com/office/drawing/2014/main" id="{88E61275-F0F4-20EF-350C-528A1530516E}"/>
              </a:ext>
            </a:extLst>
          </p:cNvPr>
          <p:cNvSpPr txBox="1"/>
          <p:nvPr/>
        </p:nvSpPr>
        <p:spPr>
          <a:xfrm>
            <a:off x="4343400" y="1716542"/>
            <a:ext cx="4606376" cy="2893100"/>
          </a:xfrm>
          <a:prstGeom prst="rect">
            <a:avLst/>
          </a:prstGeom>
          <a:noFill/>
        </p:spPr>
        <p:txBody>
          <a:bodyPr wrap="square">
            <a:spAutoFit/>
          </a:bodyPr>
          <a:lstStyle/>
          <a:p>
            <a:pPr algn="just"/>
            <a:r>
              <a:rPr lang="en-US" sz="1400" dirty="0"/>
              <a:t>The image showcases a well-organized "Donation Summary" slide from a charity management system. It highlights two key metrics: the total number of donors and the total amount donated, offering a clear snapshot of the campaign’s impact. A section below lists donation categories such as Education, Food, and Shelter, with a note indicating that more features are coming soon. The clean design with green-highlighted boxes draws attention to essential figures, making it easy to understand at a glance. Two action buttons—"Download Donor List (PDF)" and "More Options"—enhance interactivity, enabling users to export data or explore further functionalities.</a:t>
            </a:r>
            <a:endParaRPr lang="en-IN" sz="1400" dirty="0"/>
          </a:p>
        </p:txBody>
      </p:sp>
    </p:spTree>
    <p:extLst>
      <p:ext uri="{BB962C8B-B14F-4D97-AF65-F5344CB8AC3E}">
        <p14:creationId xmlns:p14="http://schemas.microsoft.com/office/powerpoint/2010/main" val="3488660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AA885-763A-3433-E8B2-7D724C8B9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286814-B96B-F8DB-0EEF-6A58F9118F38}"/>
              </a:ext>
            </a:extLst>
          </p:cNvPr>
          <p:cNvSpPr>
            <a:spLocks noGrp="1"/>
          </p:cNvSpPr>
          <p:nvPr>
            <p:ph type="title"/>
          </p:nvPr>
        </p:nvSpPr>
        <p:spPr/>
        <p:txBody>
          <a:bodyPr/>
          <a:lstStyle/>
          <a:p>
            <a:r>
              <a:rPr lang="en-US" dirty="0"/>
              <a:t>Results &amp; Discussion</a:t>
            </a:r>
          </a:p>
        </p:txBody>
      </p:sp>
      <p:pic>
        <p:nvPicPr>
          <p:cNvPr id="1026" name="Picture 2" descr="Uploaded image">
            <a:extLst>
              <a:ext uri="{FF2B5EF4-FFF2-40B4-BE49-F238E27FC236}">
                <a16:creationId xmlns:a16="http://schemas.microsoft.com/office/drawing/2014/main" id="{DD1D439F-50F0-C294-75DE-5E198D559B6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2401" y="1352550"/>
            <a:ext cx="3962400" cy="34686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AD9FDA1-6D95-1B76-1AA0-D4EF676163BE}"/>
              </a:ext>
            </a:extLst>
          </p:cNvPr>
          <p:cNvSpPr txBox="1"/>
          <p:nvPr/>
        </p:nvSpPr>
        <p:spPr>
          <a:xfrm>
            <a:off x="4385223" y="1558846"/>
            <a:ext cx="4606376" cy="3056093"/>
          </a:xfrm>
          <a:prstGeom prst="rect">
            <a:avLst/>
          </a:prstGeom>
          <a:noFill/>
        </p:spPr>
        <p:txBody>
          <a:bodyPr wrap="square">
            <a:spAutoFit/>
          </a:bodyPr>
          <a:lstStyle/>
          <a:p>
            <a:pPr algn="just">
              <a:lnSpc>
                <a:spcPct val="150000"/>
              </a:lnSpc>
            </a:pPr>
            <a:r>
              <a:rPr lang="en-US" sz="1300" dirty="0"/>
              <a:t>The interface shown is part of a donation tracking or management system under the "Advanced Tools" section. It allows users to filter donor records based on a minimum donation amount using a numeric input field. Once the filter is applied, matching donor details, such as name and amount (e.g., "prem - $5000"), are displayed. A cheerful thank-you message acknowledges donor contributions, emphasizing that every donation makes a real difference. A “Back to Summary” button is provided for easy navigation to the main summary page.</a:t>
            </a:r>
            <a:endParaRPr lang="en-IN" sz="1300" dirty="0"/>
          </a:p>
        </p:txBody>
      </p:sp>
    </p:spTree>
    <p:extLst>
      <p:ext uri="{BB962C8B-B14F-4D97-AF65-F5344CB8AC3E}">
        <p14:creationId xmlns:p14="http://schemas.microsoft.com/office/powerpoint/2010/main" val="831892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lstStyle/>
          <a:p>
            <a:pPr algn="just"/>
            <a:r>
              <a:rPr lang="en-US" sz="1800" dirty="0">
                <a:effectLst/>
                <a:latin typeface="Times New Roman" panose="02020603050405020304" pitchFamily="18" charset="0"/>
                <a:ea typeface="Times New Roman" panose="02020603050405020304" pitchFamily="18" charset="0"/>
              </a:rPr>
              <a:t>This donation platform, </a:t>
            </a:r>
            <a:r>
              <a:rPr lang="en-US" sz="1800" b="1" dirty="0">
                <a:effectLst/>
                <a:latin typeface="Times New Roman" panose="02020603050405020304" pitchFamily="18" charset="0"/>
                <a:ea typeface="Times New Roman" panose="02020603050405020304" pitchFamily="18" charset="0"/>
              </a:rPr>
              <a:t>Che Guevara Donation</a:t>
            </a:r>
            <a:r>
              <a:rPr lang="en-US" sz="1800" dirty="0">
                <a:effectLst/>
                <a:latin typeface="Times New Roman" panose="02020603050405020304" pitchFamily="18" charset="0"/>
                <a:ea typeface="Times New Roman" panose="02020603050405020304" pitchFamily="18" charset="0"/>
              </a:rPr>
              <a:t>, was developed to simplify the donation process and foster a culture of giving. With a clean user interface, real-time donor display, and email integration via </a:t>
            </a:r>
            <a:r>
              <a:rPr lang="en-US" sz="1800" dirty="0" err="1">
                <a:effectLst/>
                <a:latin typeface="Times New Roman" panose="02020603050405020304" pitchFamily="18" charset="0"/>
                <a:ea typeface="Times New Roman" panose="02020603050405020304" pitchFamily="18" charset="0"/>
              </a:rPr>
              <a:t>EmailJS</a:t>
            </a:r>
            <a:r>
              <a:rPr lang="en-US" sz="1800" dirty="0">
                <a:effectLst/>
                <a:latin typeface="Times New Roman" panose="02020603050405020304" pitchFamily="18" charset="0"/>
                <a:ea typeface="Times New Roman" panose="02020603050405020304" pitchFamily="18" charset="0"/>
              </a:rPr>
              <a:t>, the application provides a smooth and impactful experience for both donors and administrators. It demonstrates how front-end technologies like HTML, CSS, and JavaScript can be used to build meaningful, socially driven applications. The project highlights not only technical skills but also the power of design in encouraging community support. This marks a step toward using technology for positive social change.</a:t>
            </a:r>
            <a:endParaRPr lang="en-IN" sz="1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361831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sp>
        <p:nvSpPr>
          <p:cNvPr id="3" name="Content Placeholder 2"/>
          <p:cNvSpPr>
            <a:spLocks noGrp="1"/>
          </p:cNvSpPr>
          <p:nvPr>
            <p:ph idx="1"/>
          </p:nvPr>
        </p:nvSpPr>
        <p:spPr/>
        <p:txBody>
          <a:bodyPr/>
          <a:lstStyle/>
          <a:p>
            <a:pPr marR="525780" algn="just">
              <a:lnSpc>
                <a:spcPct val="150000"/>
              </a:lnSpc>
              <a:buNone/>
            </a:pPr>
            <a:r>
              <a:rPr lang="en-IN" sz="1800" dirty="0">
                <a:effectLst/>
                <a:latin typeface="Times New Roman" panose="02020603050405020304" pitchFamily="18" charset="0"/>
                <a:ea typeface="Times New Roman" panose="02020603050405020304" pitchFamily="18" charset="0"/>
              </a:rPr>
              <a:t>[1]. Duckett, J. (2011). HTML and CSS: Design and Build Websites. Wiley.</a:t>
            </a:r>
          </a:p>
          <a:p>
            <a:pPr marR="525780" algn="just">
              <a:lnSpc>
                <a:spcPct val="150000"/>
              </a:lnSpc>
              <a:buNone/>
            </a:pPr>
            <a:r>
              <a:rPr lang="en-IN" sz="1800" dirty="0">
                <a:effectLst/>
                <a:latin typeface="Times New Roman" panose="02020603050405020304" pitchFamily="18" charset="0"/>
                <a:ea typeface="Times New Roman" panose="02020603050405020304" pitchFamily="18" charset="0"/>
              </a:rPr>
              <a:t>https://www.wiley.com/en-in/HTML+and+CSS%3A+Design+and+Build+Websites-p-9781118008188</a:t>
            </a:r>
          </a:p>
          <a:p>
            <a:pPr marR="525780" algn="just">
              <a:lnSpc>
                <a:spcPct val="150000"/>
              </a:lnSpc>
              <a:buNone/>
            </a:pPr>
            <a:r>
              <a:rPr lang="en-IN" sz="1800" dirty="0">
                <a:effectLst/>
                <a:latin typeface="Times New Roman" panose="02020603050405020304" pitchFamily="18" charset="0"/>
                <a:ea typeface="Times New Roman" panose="02020603050405020304" pitchFamily="18" charset="0"/>
              </a:rPr>
              <a:t>[2]. Flanagan, D. (2020). JavaScript: The Definitive Guide (7th ed.). O’Reilly Media.</a:t>
            </a:r>
          </a:p>
          <a:p>
            <a:pPr marR="525780" algn="just">
              <a:lnSpc>
                <a:spcPct val="150000"/>
              </a:lnSpc>
              <a:buNone/>
            </a:pPr>
            <a:r>
              <a:rPr lang="en-IN" sz="1800" dirty="0">
                <a:effectLst/>
                <a:latin typeface="Times New Roman" panose="02020603050405020304" pitchFamily="18" charset="0"/>
                <a:ea typeface="Times New Roman" panose="02020603050405020304" pitchFamily="18" charset="0"/>
              </a:rPr>
              <a:t>https://www.oreilly.com/library/view/javascript-the-definitive/9781491952016/</a:t>
            </a:r>
          </a:p>
          <a:p>
            <a:pPr marL="119062" marR="525780" indent="0" algn="just">
              <a:lnSpc>
                <a:spcPct val="150000"/>
              </a:lnSpc>
              <a:buNone/>
            </a:pPr>
            <a:r>
              <a:rPr lang="en-IN" sz="1800" dirty="0">
                <a:effectLst/>
                <a:latin typeface="Times New Roman" panose="02020603050405020304" pitchFamily="18" charset="0"/>
                <a:ea typeface="Times New Roman" panose="02020603050405020304" pitchFamily="18" charset="0"/>
              </a:rPr>
              <a:t>[3]. Freeman, E., &amp; Robson, E. (2014). Head First HTML and CSS (2nd ed.). O’Reilly Media.</a:t>
            </a:r>
          </a:p>
          <a:p>
            <a:endParaRPr lang="en-US" dirty="0"/>
          </a:p>
        </p:txBody>
      </p:sp>
    </p:spTree>
    <p:extLst>
      <p:ext uri="{BB962C8B-B14F-4D97-AF65-F5344CB8AC3E}">
        <p14:creationId xmlns:p14="http://schemas.microsoft.com/office/powerpoint/2010/main" val="6733577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docProps/app.xml><?xml version="1.0" encoding="utf-8"?>
<Properties xmlns="http://schemas.openxmlformats.org/officeDocument/2006/extended-properties" xmlns:vt="http://schemas.openxmlformats.org/officeDocument/2006/docPropsVTypes">
  <Template>Droplet</Template>
  <TotalTime>85</TotalTime>
  <Words>1422</Words>
  <Application>Microsoft Office PowerPoint</Application>
  <PresentationFormat>On-screen Show (16:9)</PresentationFormat>
  <Paragraphs>93</Paragraphs>
  <Slides>18</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Corbel</vt:lpstr>
      <vt:lpstr>Times New Roman</vt:lpstr>
      <vt:lpstr>Wingdings</vt:lpstr>
      <vt:lpstr>Wingdings 2</vt:lpstr>
      <vt:lpstr>Wingdings 3</vt:lpstr>
      <vt:lpstr>Module</vt:lpstr>
      <vt:lpstr>M.KUMARASAMY COLLEGE OF ENGINEERING ,  KARUR.</vt:lpstr>
      <vt:lpstr>TITLE OF THE PROJECT </vt:lpstr>
      <vt:lpstr>Abstract</vt:lpstr>
      <vt:lpstr>Literature Review</vt:lpstr>
      <vt:lpstr>Problem(s) Identified</vt:lpstr>
      <vt:lpstr>Proposed Solution</vt:lpstr>
      <vt:lpstr>Objectives</vt:lpstr>
      <vt:lpstr>Architecture Diagram</vt:lpstr>
      <vt:lpstr>Architecture Diagram Explanation</vt:lpstr>
      <vt:lpstr>Schema Diagram</vt:lpstr>
      <vt:lpstr>ER diagram</vt:lpstr>
      <vt:lpstr>Software Description</vt:lpstr>
      <vt:lpstr>Results &amp; Discussion</vt:lpstr>
      <vt:lpstr>Results &amp; Discussion</vt:lpstr>
      <vt:lpstr>Results &amp; Discussion</vt:lpstr>
      <vt:lpstr>Results &amp; Discussion</vt:lpstr>
      <vt:lpstr>Conclusion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Rithik Suriya Mathiyalagan</dc:creator>
  <cp:lastModifiedBy>Rithik Suriya Mathiyalagan</cp:lastModifiedBy>
  <cp:revision>3</cp:revision>
  <dcterms:modified xsi:type="dcterms:W3CDTF">2025-06-04T03:20:23Z</dcterms:modified>
</cp:coreProperties>
</file>